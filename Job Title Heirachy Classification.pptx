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0" r:id="rId3"/>
    <p:sldId id="271" r:id="rId4"/>
    <p:sldId id="272" r:id="rId5"/>
    <p:sldId id="257" r:id="rId6"/>
    <p:sldId id="262" r:id="rId7"/>
    <p:sldId id="258" r:id="rId8"/>
    <p:sldId id="259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3" r:id="rId17"/>
    <p:sldId id="274" r:id="rId18"/>
    <p:sldId id="275" r:id="rId19"/>
    <p:sldId id="260" r:id="rId20"/>
    <p:sldId id="261" r:id="rId21"/>
    <p:sldId id="276" r:id="rId22"/>
    <p:sldId id="279" r:id="rId23"/>
    <p:sldId id="281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hubbard\Documents\Payscale%20Replacement%20Phase2\Processed\finalproject\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hubbard\Documents\Payscale%20Replacement%20Phase2\Processed\finalproject\result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hubbard\Documents\Payscale%20Replacement%20Phase2\Processed\finalproject\resul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'Chart Data'!$B$2</c:f>
          <c:strCache>
            <c:ptCount val="1"/>
            <c:pt idx="0">
              <c:v>Job Description Teaser + Double Weighted Job Title  + Salary</c:v>
            </c:pt>
          </c:strCache>
        </c:strRef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Data'!$B$3</c:f>
              <c:strCache>
                <c:ptCount val="1"/>
                <c:pt idx="0">
                  <c:v>Accuracy Score</c:v>
                </c:pt>
              </c:strCache>
            </c:strRef>
          </c:tx>
          <c:invertIfNegative val="0"/>
          <c:cat>
            <c:strRef>
              <c:f>'Chart Data'!$A$4:$A$7</c:f>
              <c:strCache>
                <c:ptCount val="4"/>
                <c:pt idx="0">
                  <c:v>SVM: TF-IDF</c:v>
                </c:pt>
                <c:pt idx="1">
                  <c:v>Naïve Bayes: TF-IDF</c:v>
                </c:pt>
                <c:pt idx="2">
                  <c:v>SVM: Token</c:v>
                </c:pt>
                <c:pt idx="3">
                  <c:v>Naïve Bayes: Token</c:v>
                </c:pt>
              </c:strCache>
            </c:strRef>
          </c:cat>
          <c:val>
            <c:numRef>
              <c:f>'Chart Data'!$B$4:$B$7</c:f>
              <c:numCache>
                <c:formatCode>General</c:formatCode>
                <c:ptCount val="4"/>
                <c:pt idx="0">
                  <c:v>0.74</c:v>
                </c:pt>
                <c:pt idx="1">
                  <c:v>0.46</c:v>
                </c:pt>
                <c:pt idx="2">
                  <c:v>0.76</c:v>
                </c:pt>
                <c:pt idx="3">
                  <c:v>0.67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79485568"/>
        <c:axId val="89890176"/>
      </c:barChart>
      <c:catAx>
        <c:axId val="79485568"/>
        <c:scaling>
          <c:orientation val="minMax"/>
        </c:scaling>
        <c:delete val="0"/>
        <c:axPos val="b"/>
        <c:majorTickMark val="none"/>
        <c:minorTickMark val="none"/>
        <c:tickLblPos val="nextTo"/>
        <c:crossAx val="89890176"/>
        <c:crosses val="autoZero"/>
        <c:auto val="1"/>
        <c:lblAlgn val="ctr"/>
        <c:lblOffset val="100"/>
        <c:noMultiLvlLbl val="0"/>
      </c:catAx>
      <c:valAx>
        <c:axId val="89890176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7948556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'Chart Data Major'!$A$1</c:f>
          <c:strCache>
            <c:ptCount val="1"/>
            <c:pt idx="0">
              <c:v>Job Description Teaser + Double Weighted Job Title + Salary</c:v>
            </c:pt>
          </c:strCache>
        </c:strRef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 Major'!$B$1</c:f>
              <c:strCache>
                <c:ptCount val="1"/>
                <c:pt idx="0">
                  <c:v>Accuracy Score</c:v>
                </c:pt>
              </c:strCache>
            </c:strRef>
          </c:tx>
          <c:invertIfNegative val="0"/>
          <c:cat>
            <c:strRef>
              <c:f>'Chart Data Major'!$A$2:$A$3</c:f>
              <c:strCache>
                <c:ptCount val="2"/>
                <c:pt idx="0">
                  <c:v>SVM: Token</c:v>
                </c:pt>
                <c:pt idx="1">
                  <c:v>Naïve Bayes: Token</c:v>
                </c:pt>
              </c:strCache>
            </c:strRef>
          </c:cat>
          <c:val>
            <c:numRef>
              <c:f>'Chart Data Major'!$B$2:$B$3</c:f>
              <c:numCache>
                <c:formatCode>General</c:formatCode>
                <c:ptCount val="2"/>
                <c:pt idx="0">
                  <c:v>0.99</c:v>
                </c:pt>
                <c:pt idx="1">
                  <c:v>0.95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81483264"/>
        <c:axId val="81484800"/>
      </c:barChart>
      <c:catAx>
        <c:axId val="81483264"/>
        <c:scaling>
          <c:orientation val="minMax"/>
        </c:scaling>
        <c:delete val="0"/>
        <c:axPos val="b"/>
        <c:majorTickMark val="none"/>
        <c:minorTickMark val="none"/>
        <c:tickLblPos val="nextTo"/>
        <c:crossAx val="81484800"/>
        <c:crosses val="autoZero"/>
        <c:auto val="1"/>
        <c:lblAlgn val="ctr"/>
        <c:lblOffset val="100"/>
        <c:noMultiLvlLbl val="0"/>
      </c:catAx>
      <c:valAx>
        <c:axId val="814848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8148326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'Chart Data Broad both'!$A$1</c:f>
          <c:strCache>
            <c:ptCount val="1"/>
            <c:pt idx="0">
              <c:v>Broad Group Accuracy by Major Group and Model</c:v>
            </c:pt>
          </c:strCache>
        </c:strRef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 Broad both'!$B$2</c:f>
              <c:strCache>
                <c:ptCount val="1"/>
                <c:pt idx="0">
                  <c:v>SVM: Accuracy</c:v>
                </c:pt>
              </c:strCache>
            </c:strRef>
          </c:tx>
          <c:invertIfNegative val="0"/>
          <c:dLbls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 Broad both'!$A$3:$A$15</c:f>
              <c:strCache>
                <c:ptCount val="13"/>
                <c:pt idx="0">
                  <c:v>Production</c:v>
                </c:pt>
                <c:pt idx="1">
                  <c:v>Sales and Related</c:v>
                </c:pt>
                <c:pt idx="2">
                  <c:v>Management</c:v>
                </c:pt>
                <c:pt idx="3">
                  <c:v>Computer and Mathematical</c:v>
                </c:pt>
                <c:pt idx="4">
                  <c:v>Architecture and Engineering</c:v>
                </c:pt>
                <c:pt idx="5">
                  <c:v>Office and Administrative Support</c:v>
                </c:pt>
                <c:pt idx="6">
                  <c:v>Installation, Maintenance, and Repair</c:v>
                </c:pt>
                <c:pt idx="7">
                  <c:v>Business and Financial Operations</c:v>
                </c:pt>
                <c:pt idx="8">
                  <c:v>Transportation and Material Moving</c:v>
                </c:pt>
                <c:pt idx="9">
                  <c:v>Healthcare Practitioners and Technical</c:v>
                </c:pt>
                <c:pt idx="10">
                  <c:v>Arts, Design, Entertainment, Sports and Media</c:v>
                </c:pt>
                <c:pt idx="11">
                  <c:v>Legal</c:v>
                </c:pt>
                <c:pt idx="12">
                  <c:v>Life, Physcial, and Social Science</c:v>
                </c:pt>
              </c:strCache>
            </c:strRef>
          </c:cat>
          <c:val>
            <c:numRef>
              <c:f>'Chart Data Broad both'!$B$3:$B$15</c:f>
              <c:numCache>
                <c:formatCode>General</c:formatCode>
                <c:ptCount val="13"/>
                <c:pt idx="0">
                  <c:v>0.69</c:v>
                </c:pt>
                <c:pt idx="1">
                  <c:v>0.69</c:v>
                </c:pt>
                <c:pt idx="2">
                  <c:v>0.76</c:v>
                </c:pt>
                <c:pt idx="3">
                  <c:v>0.79</c:v>
                </c:pt>
                <c:pt idx="4">
                  <c:v>0.79</c:v>
                </c:pt>
                <c:pt idx="5">
                  <c:v>0.8</c:v>
                </c:pt>
                <c:pt idx="6">
                  <c:v>0.85</c:v>
                </c:pt>
                <c:pt idx="7">
                  <c:v>0.86</c:v>
                </c:pt>
                <c:pt idx="8">
                  <c:v>0.86</c:v>
                </c:pt>
                <c:pt idx="9">
                  <c:v>0.9</c:v>
                </c:pt>
                <c:pt idx="10">
                  <c:v>0.93</c:v>
                </c:pt>
                <c:pt idx="11">
                  <c:v>0.96</c:v>
                </c:pt>
                <c:pt idx="12">
                  <c:v>1</c:v>
                </c:pt>
              </c:numCache>
            </c:numRef>
          </c:val>
        </c:ser>
        <c:ser>
          <c:idx val="1"/>
          <c:order val="1"/>
          <c:tx>
            <c:strRef>
              <c:f>'Chart Data Broad both'!$C$2</c:f>
              <c:strCache>
                <c:ptCount val="1"/>
                <c:pt idx="0">
                  <c:v>Naïve Bayes: Accuracy</c:v>
                </c:pt>
              </c:strCache>
            </c:strRef>
          </c:tx>
          <c:invertIfNegative val="0"/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 Broad both'!$A$3:$A$15</c:f>
              <c:strCache>
                <c:ptCount val="13"/>
                <c:pt idx="0">
                  <c:v>Production</c:v>
                </c:pt>
                <c:pt idx="1">
                  <c:v>Sales and Related</c:v>
                </c:pt>
                <c:pt idx="2">
                  <c:v>Management</c:v>
                </c:pt>
                <c:pt idx="3">
                  <c:v>Computer and Mathematical</c:v>
                </c:pt>
                <c:pt idx="4">
                  <c:v>Architecture and Engineering</c:v>
                </c:pt>
                <c:pt idx="5">
                  <c:v>Office and Administrative Support</c:v>
                </c:pt>
                <c:pt idx="6">
                  <c:v>Installation, Maintenance, and Repair</c:v>
                </c:pt>
                <c:pt idx="7">
                  <c:v>Business and Financial Operations</c:v>
                </c:pt>
                <c:pt idx="8">
                  <c:v>Transportation and Material Moving</c:v>
                </c:pt>
                <c:pt idx="9">
                  <c:v>Healthcare Practitioners and Technical</c:v>
                </c:pt>
                <c:pt idx="10">
                  <c:v>Arts, Design, Entertainment, Sports and Media</c:v>
                </c:pt>
                <c:pt idx="11">
                  <c:v>Legal</c:v>
                </c:pt>
                <c:pt idx="12">
                  <c:v>Life, Physcial, and Social Science</c:v>
                </c:pt>
              </c:strCache>
            </c:strRef>
          </c:cat>
          <c:val>
            <c:numRef>
              <c:f>'Chart Data Broad both'!$C$3:$C$15</c:f>
              <c:numCache>
                <c:formatCode>General</c:formatCode>
                <c:ptCount val="13"/>
                <c:pt idx="0">
                  <c:v>0.68</c:v>
                </c:pt>
                <c:pt idx="1">
                  <c:v>0.68</c:v>
                </c:pt>
                <c:pt idx="2">
                  <c:v>0.75</c:v>
                </c:pt>
                <c:pt idx="3">
                  <c:v>0.79</c:v>
                </c:pt>
                <c:pt idx="4">
                  <c:v>0.81</c:v>
                </c:pt>
                <c:pt idx="5">
                  <c:v>0.83</c:v>
                </c:pt>
                <c:pt idx="6">
                  <c:v>0.86</c:v>
                </c:pt>
                <c:pt idx="7">
                  <c:v>0.93</c:v>
                </c:pt>
                <c:pt idx="8">
                  <c:v>0.93</c:v>
                </c:pt>
                <c:pt idx="9">
                  <c:v>0.96</c:v>
                </c:pt>
                <c:pt idx="10">
                  <c:v>0.96</c:v>
                </c:pt>
                <c:pt idx="11">
                  <c:v>0.96</c:v>
                </c:pt>
                <c:pt idx="1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89955712"/>
        <c:axId val="89957504"/>
      </c:barChart>
      <c:lineChart>
        <c:grouping val="standard"/>
        <c:varyColors val="0"/>
        <c:ser>
          <c:idx val="2"/>
          <c:order val="2"/>
          <c:tx>
            <c:strRef>
              <c:f>'Chart Data Broad both'!$D$2</c:f>
              <c:strCache>
                <c:ptCount val="1"/>
                <c:pt idx="0">
                  <c:v>SVM: Average</c:v>
                </c:pt>
              </c:strCache>
            </c:strRef>
          </c:tx>
          <c:marker>
            <c:symbol val="none"/>
          </c:marker>
          <c:cat>
            <c:strRef>
              <c:f>'Chart Data Broad both'!$A$3:$A$15</c:f>
              <c:strCache>
                <c:ptCount val="13"/>
                <c:pt idx="0">
                  <c:v>Production</c:v>
                </c:pt>
                <c:pt idx="1">
                  <c:v>Sales and Related</c:v>
                </c:pt>
                <c:pt idx="2">
                  <c:v>Management</c:v>
                </c:pt>
                <c:pt idx="3">
                  <c:v>Computer and Mathematical</c:v>
                </c:pt>
                <c:pt idx="4">
                  <c:v>Architecture and Engineering</c:v>
                </c:pt>
                <c:pt idx="5">
                  <c:v>Office and Administrative Support</c:v>
                </c:pt>
                <c:pt idx="6">
                  <c:v>Installation, Maintenance, and Repair</c:v>
                </c:pt>
                <c:pt idx="7">
                  <c:v>Business and Financial Operations</c:v>
                </c:pt>
                <c:pt idx="8">
                  <c:v>Transportation and Material Moving</c:v>
                </c:pt>
                <c:pt idx="9">
                  <c:v>Healthcare Practitioners and Technical</c:v>
                </c:pt>
                <c:pt idx="10">
                  <c:v>Arts, Design, Entertainment, Sports and Media</c:v>
                </c:pt>
                <c:pt idx="11">
                  <c:v>Legal</c:v>
                </c:pt>
                <c:pt idx="12">
                  <c:v>Life, Physcial, and Social Science</c:v>
                </c:pt>
              </c:strCache>
            </c:strRef>
          </c:cat>
          <c:val>
            <c:numRef>
              <c:f>'Chart Data Broad both'!$D$3:$D$15</c:f>
              <c:numCache>
                <c:formatCode>0.00</c:formatCode>
                <c:ptCount val="13"/>
                <c:pt idx="0">
                  <c:v>0.83692307692307688</c:v>
                </c:pt>
                <c:pt idx="1">
                  <c:v>0.83692307692307688</c:v>
                </c:pt>
                <c:pt idx="2">
                  <c:v>0.83692307692307688</c:v>
                </c:pt>
                <c:pt idx="3">
                  <c:v>0.83692307692307688</c:v>
                </c:pt>
                <c:pt idx="4">
                  <c:v>0.83692307692307688</c:v>
                </c:pt>
                <c:pt idx="5">
                  <c:v>0.83692307692307688</c:v>
                </c:pt>
                <c:pt idx="6">
                  <c:v>0.83692307692307688</c:v>
                </c:pt>
                <c:pt idx="7">
                  <c:v>0.83692307692307688</c:v>
                </c:pt>
                <c:pt idx="8">
                  <c:v>0.83692307692307688</c:v>
                </c:pt>
                <c:pt idx="9">
                  <c:v>0.83692307692307688</c:v>
                </c:pt>
                <c:pt idx="10">
                  <c:v>0.83692307692307688</c:v>
                </c:pt>
                <c:pt idx="11">
                  <c:v>0.83692307692307688</c:v>
                </c:pt>
                <c:pt idx="12">
                  <c:v>0.83692307692307688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'Chart Data Broad both'!$E$2</c:f>
              <c:strCache>
                <c:ptCount val="1"/>
                <c:pt idx="0">
                  <c:v>Naïve Bayes: Average</c:v>
                </c:pt>
              </c:strCache>
            </c:strRef>
          </c:tx>
          <c:marker>
            <c:symbol val="none"/>
          </c:marker>
          <c:cat>
            <c:strRef>
              <c:f>'Chart Data Broad both'!$A$3:$A$15</c:f>
              <c:strCache>
                <c:ptCount val="13"/>
                <c:pt idx="0">
                  <c:v>Production</c:v>
                </c:pt>
                <c:pt idx="1">
                  <c:v>Sales and Related</c:v>
                </c:pt>
                <c:pt idx="2">
                  <c:v>Management</c:v>
                </c:pt>
                <c:pt idx="3">
                  <c:v>Computer and Mathematical</c:v>
                </c:pt>
                <c:pt idx="4">
                  <c:v>Architecture and Engineering</c:v>
                </c:pt>
                <c:pt idx="5">
                  <c:v>Office and Administrative Support</c:v>
                </c:pt>
                <c:pt idx="6">
                  <c:v>Installation, Maintenance, and Repair</c:v>
                </c:pt>
                <c:pt idx="7">
                  <c:v>Business and Financial Operations</c:v>
                </c:pt>
                <c:pt idx="8">
                  <c:v>Transportation and Material Moving</c:v>
                </c:pt>
                <c:pt idx="9">
                  <c:v>Healthcare Practitioners and Technical</c:v>
                </c:pt>
                <c:pt idx="10">
                  <c:v>Arts, Design, Entertainment, Sports and Media</c:v>
                </c:pt>
                <c:pt idx="11">
                  <c:v>Legal</c:v>
                </c:pt>
                <c:pt idx="12">
                  <c:v>Life, Physcial, and Social Science</c:v>
                </c:pt>
              </c:strCache>
            </c:strRef>
          </c:cat>
          <c:val>
            <c:numRef>
              <c:f>'Chart Data Broad both'!$E$3:$E$15</c:f>
              <c:numCache>
                <c:formatCode>0.00</c:formatCode>
                <c:ptCount val="13"/>
                <c:pt idx="0">
                  <c:v>0.85692307692307701</c:v>
                </c:pt>
                <c:pt idx="1">
                  <c:v>0.85692307692307701</c:v>
                </c:pt>
                <c:pt idx="2">
                  <c:v>0.85692307692307701</c:v>
                </c:pt>
                <c:pt idx="3">
                  <c:v>0.85692307692307701</c:v>
                </c:pt>
                <c:pt idx="4">
                  <c:v>0.85692307692307701</c:v>
                </c:pt>
                <c:pt idx="5">
                  <c:v>0.85692307692307701</c:v>
                </c:pt>
                <c:pt idx="6">
                  <c:v>0.85692307692307701</c:v>
                </c:pt>
                <c:pt idx="7">
                  <c:v>0.85692307692307701</c:v>
                </c:pt>
                <c:pt idx="8">
                  <c:v>0.85692307692307701</c:v>
                </c:pt>
                <c:pt idx="9">
                  <c:v>0.85692307692307701</c:v>
                </c:pt>
                <c:pt idx="10">
                  <c:v>0.85692307692307701</c:v>
                </c:pt>
                <c:pt idx="11">
                  <c:v>0.85692307692307701</c:v>
                </c:pt>
                <c:pt idx="12">
                  <c:v>0.85692307692307701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955712"/>
        <c:axId val="89957504"/>
      </c:lineChart>
      <c:catAx>
        <c:axId val="89955712"/>
        <c:scaling>
          <c:orientation val="minMax"/>
        </c:scaling>
        <c:delete val="0"/>
        <c:axPos val="b"/>
        <c:majorTickMark val="none"/>
        <c:minorTickMark val="none"/>
        <c:tickLblPos val="nextTo"/>
        <c:crossAx val="89957504"/>
        <c:crosses val="autoZero"/>
        <c:auto val="1"/>
        <c:lblAlgn val="ctr"/>
        <c:lblOffset val="100"/>
        <c:noMultiLvlLbl val="0"/>
      </c:catAx>
      <c:valAx>
        <c:axId val="8995750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8995571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5BAFCF-ED78-4EA4-BA10-D2BDBF4D168F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52A97F-27F0-4ADC-ABD5-FB1A114B4F6A}">
      <dgm:prSet phldrT="[Text]" custT="1"/>
      <dgm:spPr/>
      <dgm:t>
        <a:bodyPr/>
        <a:lstStyle/>
        <a:p>
          <a:r>
            <a:rPr lang="en-US" sz="1000" b="1" i="0" u="none" dirty="0" smtClean="0"/>
            <a:t>Sales and </a:t>
          </a:r>
        </a:p>
        <a:p>
          <a:r>
            <a:rPr lang="en-US" sz="1000" b="1" i="0" u="none" dirty="0" smtClean="0"/>
            <a:t>Related Occupations</a:t>
          </a:r>
          <a:endParaRPr lang="en-US" sz="1000" dirty="0"/>
        </a:p>
      </dgm:t>
    </dgm:pt>
    <dgm:pt modelId="{0BB2EDA8-6E38-47DB-9984-86C8054C238D}" type="parTrans" cxnId="{6DC91DE9-5B1F-455E-B003-D26AADD5DF53}">
      <dgm:prSet/>
      <dgm:spPr/>
      <dgm:t>
        <a:bodyPr/>
        <a:lstStyle/>
        <a:p>
          <a:endParaRPr lang="en-US"/>
        </a:p>
      </dgm:t>
    </dgm:pt>
    <dgm:pt modelId="{467A0B91-AE24-41EB-B5E1-F6F8A9B66295}" type="sibTrans" cxnId="{6DC91DE9-5B1F-455E-B003-D26AADD5DF53}">
      <dgm:prSet/>
      <dgm:spPr/>
      <dgm:t>
        <a:bodyPr/>
        <a:lstStyle/>
        <a:p>
          <a:endParaRPr lang="en-US"/>
        </a:p>
      </dgm:t>
    </dgm:pt>
    <dgm:pt modelId="{63B0D00F-F739-4BA1-ADFA-EE8FE856B5D3}">
      <dgm:prSet phldrT="[Text]" custT="1"/>
      <dgm:spPr/>
      <dgm:t>
        <a:bodyPr/>
        <a:lstStyle/>
        <a:p>
          <a:r>
            <a:rPr lang="en-US" sz="1000" dirty="0" smtClean="0"/>
            <a:t>Sales Representatives</a:t>
          </a:r>
        </a:p>
        <a:p>
          <a:r>
            <a:rPr lang="en-US" sz="1000" dirty="0" smtClean="0"/>
            <a:t> Services</a:t>
          </a:r>
          <a:endParaRPr lang="en-US" sz="1000" dirty="0"/>
        </a:p>
      </dgm:t>
    </dgm:pt>
    <dgm:pt modelId="{39737048-074E-4B5E-BEEC-2CA2CF361CA7}" type="parTrans" cxnId="{737CFAAC-C42A-42A2-88DC-E43E9C7822B5}">
      <dgm:prSet/>
      <dgm:spPr/>
      <dgm:t>
        <a:bodyPr/>
        <a:lstStyle/>
        <a:p>
          <a:endParaRPr lang="en-US"/>
        </a:p>
      </dgm:t>
    </dgm:pt>
    <dgm:pt modelId="{4CBDE445-BF50-4780-B2FD-B75EE8DFB71C}" type="sibTrans" cxnId="{737CFAAC-C42A-42A2-88DC-E43E9C7822B5}">
      <dgm:prSet/>
      <dgm:spPr/>
      <dgm:t>
        <a:bodyPr/>
        <a:lstStyle/>
        <a:p>
          <a:endParaRPr lang="en-US"/>
        </a:p>
      </dgm:t>
    </dgm:pt>
    <dgm:pt modelId="{52053464-063A-4096-A73F-9C028F4B96E6}">
      <dgm:prSet phldrT="[Text]" custT="1"/>
      <dgm:spPr/>
      <dgm:t>
        <a:bodyPr/>
        <a:lstStyle/>
        <a:p>
          <a:r>
            <a:rPr lang="en-US" sz="1000" dirty="0" smtClean="0"/>
            <a:t>Advertising Sales</a:t>
          </a:r>
        </a:p>
        <a:p>
          <a:r>
            <a:rPr lang="en-US" sz="1000" dirty="0" smtClean="0"/>
            <a:t> Agents</a:t>
          </a:r>
          <a:endParaRPr lang="en-US" sz="1000" dirty="0"/>
        </a:p>
      </dgm:t>
    </dgm:pt>
    <dgm:pt modelId="{E1663765-0454-4E5D-879A-4DBD647823EA}" type="parTrans" cxnId="{013E12B6-4EC0-4491-92CD-995C910604B2}">
      <dgm:prSet/>
      <dgm:spPr/>
      <dgm:t>
        <a:bodyPr/>
        <a:lstStyle/>
        <a:p>
          <a:endParaRPr lang="en-US"/>
        </a:p>
      </dgm:t>
    </dgm:pt>
    <dgm:pt modelId="{6C6176C1-AC8E-4639-8B97-EF0B4732FB8A}" type="sibTrans" cxnId="{013E12B6-4EC0-4491-92CD-995C910604B2}">
      <dgm:prSet/>
      <dgm:spPr/>
      <dgm:t>
        <a:bodyPr/>
        <a:lstStyle/>
        <a:p>
          <a:endParaRPr lang="en-US"/>
        </a:p>
      </dgm:t>
    </dgm:pt>
    <dgm:pt modelId="{107BBEA5-72CF-4469-B550-CF6A42FB9FAD}">
      <dgm:prSet phldrT="[Text]" custT="1"/>
      <dgm:spPr/>
      <dgm:t>
        <a:bodyPr/>
        <a:lstStyle/>
        <a:p>
          <a:r>
            <a:rPr lang="en-US" sz="1000" dirty="0" smtClean="0"/>
            <a:t>Insurance Sales</a:t>
          </a:r>
        </a:p>
        <a:p>
          <a:r>
            <a:rPr lang="en-US" sz="1000" dirty="0" smtClean="0"/>
            <a:t> Agents</a:t>
          </a:r>
          <a:endParaRPr lang="en-US" sz="1000" dirty="0"/>
        </a:p>
      </dgm:t>
    </dgm:pt>
    <dgm:pt modelId="{A68A265E-0768-4E8A-84B3-E87A4629A26A}" type="parTrans" cxnId="{D518D4CB-0ED2-47A9-A8DC-5D2B5B90DCD7}">
      <dgm:prSet/>
      <dgm:spPr/>
      <dgm:t>
        <a:bodyPr/>
        <a:lstStyle/>
        <a:p>
          <a:endParaRPr lang="en-US"/>
        </a:p>
      </dgm:t>
    </dgm:pt>
    <dgm:pt modelId="{A0B4887A-F470-4AEE-815F-CB6E8B8ECFE5}" type="sibTrans" cxnId="{D518D4CB-0ED2-47A9-A8DC-5D2B5B90DCD7}">
      <dgm:prSet/>
      <dgm:spPr/>
      <dgm:t>
        <a:bodyPr/>
        <a:lstStyle/>
        <a:p>
          <a:endParaRPr lang="en-US"/>
        </a:p>
      </dgm:t>
    </dgm:pt>
    <dgm:pt modelId="{01CE06E3-0754-46A9-BAA7-EF5606090CB5}">
      <dgm:prSet phldrT="[Text]"/>
      <dgm:spPr/>
      <dgm:t>
        <a:bodyPr/>
        <a:lstStyle/>
        <a:p>
          <a:r>
            <a:rPr lang="en-US" dirty="0" smtClean="0"/>
            <a:t>Major Group</a:t>
          </a:r>
          <a:endParaRPr lang="en-US" dirty="0"/>
        </a:p>
      </dgm:t>
    </dgm:pt>
    <dgm:pt modelId="{F96F5319-B222-40D8-9B41-236418472697}" type="parTrans" cxnId="{D805C136-90AB-47A3-BC26-401A983AE42D}">
      <dgm:prSet/>
      <dgm:spPr/>
      <dgm:t>
        <a:bodyPr/>
        <a:lstStyle/>
        <a:p>
          <a:endParaRPr lang="en-US"/>
        </a:p>
      </dgm:t>
    </dgm:pt>
    <dgm:pt modelId="{FD23E9BB-DB53-4A64-BA3D-AB7A97458AD4}" type="sibTrans" cxnId="{D805C136-90AB-47A3-BC26-401A983AE42D}">
      <dgm:prSet/>
      <dgm:spPr/>
      <dgm:t>
        <a:bodyPr/>
        <a:lstStyle/>
        <a:p>
          <a:endParaRPr lang="en-US"/>
        </a:p>
      </dgm:t>
    </dgm:pt>
    <dgm:pt modelId="{5A5AC43F-9FFB-4AAA-BEBD-01F66F070E7A}">
      <dgm:prSet phldrT="[Text]"/>
      <dgm:spPr/>
      <dgm:t>
        <a:bodyPr/>
        <a:lstStyle/>
        <a:p>
          <a:r>
            <a:rPr lang="en-US" dirty="0" smtClean="0"/>
            <a:t>Minor Group</a:t>
          </a:r>
          <a:endParaRPr lang="en-US" dirty="0"/>
        </a:p>
      </dgm:t>
    </dgm:pt>
    <dgm:pt modelId="{DD959E04-DCD8-4EF1-BD4B-A48A1A940AC1}" type="parTrans" cxnId="{3C9A1179-B05E-42F0-B4CC-3D6107C500CF}">
      <dgm:prSet/>
      <dgm:spPr/>
      <dgm:t>
        <a:bodyPr/>
        <a:lstStyle/>
        <a:p>
          <a:endParaRPr lang="en-US"/>
        </a:p>
      </dgm:t>
    </dgm:pt>
    <dgm:pt modelId="{FDB8C2F7-0E01-4F90-8A4B-F100C221ED0B}" type="sibTrans" cxnId="{3C9A1179-B05E-42F0-B4CC-3D6107C500CF}">
      <dgm:prSet/>
      <dgm:spPr/>
      <dgm:t>
        <a:bodyPr/>
        <a:lstStyle/>
        <a:p>
          <a:endParaRPr lang="en-US"/>
        </a:p>
      </dgm:t>
    </dgm:pt>
    <dgm:pt modelId="{8C5DEA2C-B8CD-41EA-AAC5-6F2D516E4A4D}">
      <dgm:prSet phldrT="[Text]"/>
      <dgm:spPr/>
      <dgm:t>
        <a:bodyPr/>
        <a:lstStyle/>
        <a:p>
          <a:r>
            <a:rPr lang="en-US" dirty="0" smtClean="0"/>
            <a:t>Broad Group</a:t>
          </a:r>
          <a:endParaRPr lang="en-US" dirty="0"/>
        </a:p>
      </dgm:t>
    </dgm:pt>
    <dgm:pt modelId="{A9CB8D56-0D26-42E6-9F00-C945298E43CD}" type="parTrans" cxnId="{D689AB60-DD83-4E27-97CD-C02EEB2FAEB2}">
      <dgm:prSet/>
      <dgm:spPr/>
      <dgm:t>
        <a:bodyPr/>
        <a:lstStyle/>
        <a:p>
          <a:endParaRPr lang="en-US"/>
        </a:p>
      </dgm:t>
    </dgm:pt>
    <dgm:pt modelId="{795AA1FE-2E3C-4C1A-B1B8-9F204AB73952}" type="sibTrans" cxnId="{D689AB60-DD83-4E27-97CD-C02EEB2FAEB2}">
      <dgm:prSet/>
      <dgm:spPr/>
      <dgm:t>
        <a:bodyPr/>
        <a:lstStyle/>
        <a:p>
          <a:endParaRPr lang="en-US"/>
        </a:p>
      </dgm:t>
    </dgm:pt>
    <dgm:pt modelId="{2C9BE14A-161C-49FB-B49E-4C423D034A39}">
      <dgm:prSet phldrT="[Text]"/>
      <dgm:spPr/>
      <dgm:t>
        <a:bodyPr/>
        <a:lstStyle/>
        <a:p>
          <a:r>
            <a:rPr lang="en-US" dirty="0" smtClean="0"/>
            <a:t>Detailed Occupation</a:t>
          </a:r>
          <a:endParaRPr lang="en-US" dirty="0"/>
        </a:p>
      </dgm:t>
    </dgm:pt>
    <dgm:pt modelId="{480DE44D-BE25-4006-BDA1-9CB3BAC15486}" type="parTrans" cxnId="{CBB287CC-49AE-4B16-8922-317653AB2D07}">
      <dgm:prSet/>
      <dgm:spPr/>
      <dgm:t>
        <a:bodyPr/>
        <a:lstStyle/>
        <a:p>
          <a:endParaRPr lang="en-US"/>
        </a:p>
      </dgm:t>
    </dgm:pt>
    <dgm:pt modelId="{B6BA92A0-E209-42BE-B511-8AA3F8AEEC30}" type="sibTrans" cxnId="{CBB287CC-49AE-4B16-8922-317653AB2D07}">
      <dgm:prSet/>
      <dgm:spPr/>
      <dgm:t>
        <a:bodyPr/>
        <a:lstStyle/>
        <a:p>
          <a:endParaRPr lang="en-US"/>
        </a:p>
      </dgm:t>
    </dgm:pt>
    <dgm:pt modelId="{979E4187-2832-4DD1-8C4E-8212359D0E21}">
      <dgm:prSet phldrT="[Text]" custT="1"/>
      <dgm:spPr/>
      <dgm:t>
        <a:bodyPr/>
        <a:lstStyle/>
        <a:p>
          <a:r>
            <a:rPr lang="en-US" sz="1000" dirty="0" smtClean="0"/>
            <a:t>Insurance</a:t>
          </a:r>
        </a:p>
        <a:p>
          <a:r>
            <a:rPr lang="en-US" sz="1000" dirty="0" smtClean="0"/>
            <a:t> Agent</a:t>
          </a:r>
          <a:endParaRPr lang="en-US" sz="1000" dirty="0"/>
        </a:p>
      </dgm:t>
    </dgm:pt>
    <dgm:pt modelId="{D89C3FE8-0AE8-4BAD-AD02-8BDC984F2064}" type="parTrans" cxnId="{2C99827B-94E0-428C-BDCB-9A12CDEFFE6B}">
      <dgm:prSet/>
      <dgm:spPr/>
      <dgm:t>
        <a:bodyPr/>
        <a:lstStyle/>
        <a:p>
          <a:endParaRPr lang="en-US"/>
        </a:p>
      </dgm:t>
    </dgm:pt>
    <dgm:pt modelId="{8DAF5D0B-025C-478B-B605-CC835DFFA781}" type="sibTrans" cxnId="{2C99827B-94E0-428C-BDCB-9A12CDEFFE6B}">
      <dgm:prSet/>
      <dgm:spPr/>
      <dgm:t>
        <a:bodyPr/>
        <a:lstStyle/>
        <a:p>
          <a:endParaRPr lang="en-US"/>
        </a:p>
      </dgm:t>
    </dgm:pt>
    <dgm:pt modelId="{B7C25D97-3498-485C-BD63-62E96A786822}">
      <dgm:prSet phldrT="[Text]" custT="1"/>
      <dgm:spPr/>
      <dgm:t>
        <a:bodyPr/>
        <a:lstStyle/>
        <a:p>
          <a:r>
            <a:rPr lang="en-US" sz="1000" dirty="0" smtClean="0"/>
            <a:t>Advertising</a:t>
          </a:r>
        </a:p>
        <a:p>
          <a:r>
            <a:rPr lang="en-US" sz="1000" dirty="0" smtClean="0"/>
            <a:t> Executive</a:t>
          </a:r>
          <a:endParaRPr lang="en-US" sz="1000" dirty="0"/>
        </a:p>
      </dgm:t>
    </dgm:pt>
    <dgm:pt modelId="{D3A7488F-1920-401E-A321-C1DC2E60723B}" type="parTrans" cxnId="{75C90C22-FFCD-4510-8418-50AF853468BD}">
      <dgm:prSet/>
      <dgm:spPr/>
      <dgm:t>
        <a:bodyPr/>
        <a:lstStyle/>
        <a:p>
          <a:endParaRPr lang="en-US"/>
        </a:p>
      </dgm:t>
    </dgm:pt>
    <dgm:pt modelId="{739C7624-7FAC-44D9-B42E-178839C9A5BD}" type="sibTrans" cxnId="{75C90C22-FFCD-4510-8418-50AF853468BD}">
      <dgm:prSet/>
      <dgm:spPr/>
      <dgm:t>
        <a:bodyPr/>
        <a:lstStyle/>
        <a:p>
          <a:endParaRPr lang="en-US"/>
        </a:p>
      </dgm:t>
    </dgm:pt>
    <dgm:pt modelId="{CE93E3B9-4907-47D1-AC15-E289436B2324}">
      <dgm:prSet phldrT="[Text]"/>
      <dgm:spPr/>
      <dgm:t>
        <a:bodyPr/>
        <a:lstStyle/>
        <a:p>
          <a:r>
            <a:rPr lang="en-US" dirty="0" smtClean="0"/>
            <a:t>Job Description</a:t>
          </a:r>
          <a:endParaRPr lang="en-US" dirty="0"/>
        </a:p>
      </dgm:t>
    </dgm:pt>
    <dgm:pt modelId="{85A66828-9D29-4219-8371-37D4946D3642}" type="parTrans" cxnId="{2BB52475-D75C-48F2-A55C-0007A9EF05F4}">
      <dgm:prSet/>
      <dgm:spPr/>
      <dgm:t>
        <a:bodyPr/>
        <a:lstStyle/>
        <a:p>
          <a:endParaRPr lang="en-US"/>
        </a:p>
      </dgm:t>
    </dgm:pt>
    <dgm:pt modelId="{AE738195-2F67-466C-9709-E4A0F8863CC3}" type="sibTrans" cxnId="{2BB52475-D75C-48F2-A55C-0007A9EF05F4}">
      <dgm:prSet/>
      <dgm:spPr/>
      <dgm:t>
        <a:bodyPr/>
        <a:lstStyle/>
        <a:p>
          <a:endParaRPr lang="en-US"/>
        </a:p>
      </dgm:t>
    </dgm:pt>
    <dgm:pt modelId="{EA21E11F-7E5A-4273-861B-52603EDD51C6}">
      <dgm:prSet custT="1"/>
      <dgm:spPr/>
      <dgm:t>
        <a:bodyPr/>
        <a:lstStyle/>
        <a:p>
          <a:r>
            <a:rPr lang="en-US" sz="1000" dirty="0" smtClean="0"/>
            <a:t>Sell life, property, casualty, health, automotive …</a:t>
          </a:r>
          <a:endParaRPr lang="en-US" sz="1000" dirty="0"/>
        </a:p>
      </dgm:t>
    </dgm:pt>
    <dgm:pt modelId="{B243871B-A46A-4A95-8022-4B41B0A9ADB8}" type="parTrans" cxnId="{DCF35BFF-A43C-42F6-AEE1-53B5FCAE6BA1}">
      <dgm:prSet/>
      <dgm:spPr/>
      <dgm:t>
        <a:bodyPr/>
        <a:lstStyle/>
        <a:p>
          <a:endParaRPr lang="en-US"/>
        </a:p>
      </dgm:t>
    </dgm:pt>
    <dgm:pt modelId="{4054B2A7-B450-4E01-8AAC-C6D8FFEE070C}" type="sibTrans" cxnId="{DCF35BFF-A43C-42F6-AEE1-53B5FCAE6BA1}">
      <dgm:prSet/>
      <dgm:spPr/>
      <dgm:t>
        <a:bodyPr/>
        <a:lstStyle/>
        <a:p>
          <a:endParaRPr lang="en-US"/>
        </a:p>
      </dgm:t>
    </dgm:pt>
    <dgm:pt modelId="{211BF6EB-4F8A-4CE8-A352-9DC39B83ADFF}">
      <dgm:prSet custT="1"/>
      <dgm:spPr/>
      <dgm:t>
        <a:bodyPr/>
        <a:lstStyle/>
        <a:p>
          <a:r>
            <a:rPr lang="en-US" sz="1000" dirty="0" smtClean="0"/>
            <a:t>Sell or solicit advertising space, time, or media in …</a:t>
          </a:r>
          <a:endParaRPr lang="en-US" sz="1000" dirty="0"/>
        </a:p>
      </dgm:t>
    </dgm:pt>
    <dgm:pt modelId="{E77A615E-03EA-4814-BCCD-02228D47265C}" type="parTrans" cxnId="{8311C9BF-A630-4D1C-A3C3-D11A8F39E7AF}">
      <dgm:prSet/>
      <dgm:spPr/>
      <dgm:t>
        <a:bodyPr/>
        <a:lstStyle/>
        <a:p>
          <a:endParaRPr lang="en-US"/>
        </a:p>
      </dgm:t>
    </dgm:pt>
    <dgm:pt modelId="{EE0C7922-620C-42EA-A74B-A53AC3BF5E1B}" type="sibTrans" cxnId="{8311C9BF-A630-4D1C-A3C3-D11A8F39E7AF}">
      <dgm:prSet/>
      <dgm:spPr/>
      <dgm:t>
        <a:bodyPr/>
        <a:lstStyle/>
        <a:p>
          <a:endParaRPr lang="en-US"/>
        </a:p>
      </dgm:t>
    </dgm:pt>
    <dgm:pt modelId="{EFAB7AB5-438D-4BA8-8DED-E25E9EFDF105}">
      <dgm:prSet/>
      <dgm:spPr/>
      <dgm:t>
        <a:bodyPr/>
        <a:lstStyle/>
        <a:p>
          <a:r>
            <a:rPr lang="en-US" smtClean="0"/>
            <a:t>Supervisors of Sales Workers</a:t>
          </a:r>
          <a:endParaRPr lang="en-US"/>
        </a:p>
      </dgm:t>
    </dgm:pt>
    <dgm:pt modelId="{20358D4B-B57C-43DE-A874-E701604EC9C6}" type="parTrans" cxnId="{0B8E8333-6360-48C9-9F33-017F27FA3A8D}">
      <dgm:prSet/>
      <dgm:spPr/>
      <dgm:t>
        <a:bodyPr/>
        <a:lstStyle/>
        <a:p>
          <a:endParaRPr lang="en-US"/>
        </a:p>
      </dgm:t>
    </dgm:pt>
    <dgm:pt modelId="{81EBF7FF-5D1A-4FF6-B839-2A8BEB63E87B}" type="sibTrans" cxnId="{0B8E8333-6360-48C9-9F33-017F27FA3A8D}">
      <dgm:prSet/>
      <dgm:spPr/>
      <dgm:t>
        <a:bodyPr/>
        <a:lstStyle/>
        <a:p>
          <a:endParaRPr lang="en-US"/>
        </a:p>
      </dgm:t>
    </dgm:pt>
    <dgm:pt modelId="{BC3557DF-7BF7-4EF9-B4A1-DCA820AC2F9F}">
      <dgm:prSet/>
      <dgm:spPr/>
      <dgm:t>
        <a:bodyPr/>
        <a:lstStyle/>
        <a:p>
          <a:r>
            <a:rPr lang="en-US" smtClean="0"/>
            <a:t>Retail Sales Workers</a:t>
          </a:r>
        </a:p>
      </dgm:t>
    </dgm:pt>
    <dgm:pt modelId="{6D1FD0E6-F4FF-4620-8707-B18466F17CE3}" type="parTrans" cxnId="{E3118692-D3E5-4306-9F99-3C1F6B3F3312}">
      <dgm:prSet/>
      <dgm:spPr/>
      <dgm:t>
        <a:bodyPr/>
        <a:lstStyle/>
        <a:p>
          <a:endParaRPr lang="en-US"/>
        </a:p>
      </dgm:t>
    </dgm:pt>
    <dgm:pt modelId="{67D471DA-463C-453D-AFE6-A9D5D556143A}" type="sibTrans" cxnId="{E3118692-D3E5-4306-9F99-3C1F6B3F3312}">
      <dgm:prSet/>
      <dgm:spPr/>
      <dgm:t>
        <a:bodyPr/>
        <a:lstStyle/>
        <a:p>
          <a:endParaRPr lang="en-US"/>
        </a:p>
      </dgm:t>
    </dgm:pt>
    <dgm:pt modelId="{C38B9A37-D8DB-4274-80FC-6FB9D2344474}" type="pres">
      <dgm:prSet presAssocID="{FC5BAFCF-ED78-4EA4-BA10-D2BDBF4D16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9FE332B-9902-4F66-B514-5290BAC12097}" type="pres">
      <dgm:prSet presAssocID="{FC5BAFCF-ED78-4EA4-BA10-D2BDBF4D168F}" presName="hierFlow" presStyleCnt="0"/>
      <dgm:spPr/>
    </dgm:pt>
    <dgm:pt modelId="{5420EF79-2453-4698-8E05-E84FA2EB500D}" type="pres">
      <dgm:prSet presAssocID="{FC5BAFCF-ED78-4EA4-BA10-D2BDBF4D168F}" presName="firstBuf" presStyleCnt="0"/>
      <dgm:spPr/>
    </dgm:pt>
    <dgm:pt modelId="{AA02415A-A7D2-414F-8942-0F11ABB4D5BF}" type="pres">
      <dgm:prSet presAssocID="{FC5BAFCF-ED78-4EA4-BA10-D2BDBF4D16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720F242-BE64-410C-9FEF-79D163EAD4AC}" type="pres">
      <dgm:prSet presAssocID="{1152A97F-27F0-4ADC-ABD5-FB1A114B4F6A}" presName="Name14" presStyleCnt="0"/>
      <dgm:spPr/>
    </dgm:pt>
    <dgm:pt modelId="{8CD5CD44-2CEA-43BB-B8A7-809E9AD3FC76}" type="pres">
      <dgm:prSet presAssocID="{1152A97F-27F0-4ADC-ABD5-FB1A114B4F6A}" presName="level1Shape" presStyleLbl="node0" presStyleIdx="0" presStyleCnt="1" custLinFactNeighborX="-64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71D260-4017-4CC7-B057-28F5FE5850DD}" type="pres">
      <dgm:prSet presAssocID="{1152A97F-27F0-4ADC-ABD5-FB1A114B4F6A}" presName="hierChild2" presStyleCnt="0"/>
      <dgm:spPr/>
    </dgm:pt>
    <dgm:pt modelId="{766CFB2F-A498-46D9-BE7C-29E2543AF539}" type="pres">
      <dgm:prSet presAssocID="{39737048-074E-4B5E-BEEC-2CA2CF361CA7}" presName="Name19" presStyleLbl="parChTrans1D2" presStyleIdx="0" presStyleCnt="3"/>
      <dgm:spPr/>
      <dgm:t>
        <a:bodyPr/>
        <a:lstStyle/>
        <a:p>
          <a:endParaRPr lang="en-US"/>
        </a:p>
      </dgm:t>
    </dgm:pt>
    <dgm:pt modelId="{4A8A2D5C-4F9C-414B-918B-6359FCBFE0B3}" type="pres">
      <dgm:prSet presAssocID="{63B0D00F-F739-4BA1-ADFA-EE8FE856B5D3}" presName="Name21" presStyleCnt="0"/>
      <dgm:spPr/>
    </dgm:pt>
    <dgm:pt modelId="{D786516E-359B-403E-8BBD-41660DFF180B}" type="pres">
      <dgm:prSet presAssocID="{63B0D00F-F739-4BA1-ADFA-EE8FE856B5D3}" presName="level2Shape" presStyleLbl="node2" presStyleIdx="0" presStyleCnt="3" custLinFactX="23547" custLinFactNeighborX="100000" custLinFactNeighborY="-2293"/>
      <dgm:spPr/>
      <dgm:t>
        <a:bodyPr/>
        <a:lstStyle/>
        <a:p>
          <a:endParaRPr lang="en-US"/>
        </a:p>
      </dgm:t>
    </dgm:pt>
    <dgm:pt modelId="{8AB3940B-C5BD-473A-8F2D-A798E04183B3}" type="pres">
      <dgm:prSet presAssocID="{63B0D00F-F739-4BA1-ADFA-EE8FE856B5D3}" presName="hierChild3" presStyleCnt="0"/>
      <dgm:spPr/>
    </dgm:pt>
    <dgm:pt modelId="{1BB92BF2-CB21-478D-9E6C-48C94084BF93}" type="pres">
      <dgm:prSet presAssocID="{E1663765-0454-4E5D-879A-4DBD647823EA}" presName="Name19" presStyleLbl="parChTrans1D3" presStyleIdx="0" presStyleCnt="2"/>
      <dgm:spPr/>
      <dgm:t>
        <a:bodyPr/>
        <a:lstStyle/>
        <a:p>
          <a:endParaRPr lang="en-US"/>
        </a:p>
      </dgm:t>
    </dgm:pt>
    <dgm:pt modelId="{D45F6772-3ACB-4755-B95D-876330D5A9B0}" type="pres">
      <dgm:prSet presAssocID="{52053464-063A-4096-A73F-9C028F4B96E6}" presName="Name21" presStyleCnt="0"/>
      <dgm:spPr/>
    </dgm:pt>
    <dgm:pt modelId="{369CBCA2-3F74-4BA4-8C55-C493285D7D03}" type="pres">
      <dgm:prSet presAssocID="{52053464-063A-4096-A73F-9C028F4B96E6}" presName="level2Shape" presStyleLbl="node3" presStyleIdx="0" presStyleCnt="2" custLinFactX="34806" custLinFactNeighborX="100000" custLinFactNeighborY="7415"/>
      <dgm:spPr/>
      <dgm:t>
        <a:bodyPr/>
        <a:lstStyle/>
        <a:p>
          <a:endParaRPr lang="en-US"/>
        </a:p>
      </dgm:t>
    </dgm:pt>
    <dgm:pt modelId="{D4357067-7F4B-481E-88BC-3C9AAD0947A8}" type="pres">
      <dgm:prSet presAssocID="{52053464-063A-4096-A73F-9C028F4B96E6}" presName="hierChild3" presStyleCnt="0"/>
      <dgm:spPr/>
    </dgm:pt>
    <dgm:pt modelId="{4E88DB0B-5221-4612-A8C2-D38B99E4E9DA}" type="pres">
      <dgm:prSet presAssocID="{D3A7488F-1920-401E-A321-C1DC2E60723B}" presName="Name19" presStyleLbl="parChTrans1D4" presStyleIdx="0" presStyleCnt="4"/>
      <dgm:spPr/>
      <dgm:t>
        <a:bodyPr/>
        <a:lstStyle/>
        <a:p>
          <a:endParaRPr lang="en-US"/>
        </a:p>
      </dgm:t>
    </dgm:pt>
    <dgm:pt modelId="{E5A903F5-CB86-4C68-803B-4AA1C93F21F1}" type="pres">
      <dgm:prSet presAssocID="{B7C25D97-3498-485C-BD63-62E96A786822}" presName="Name21" presStyleCnt="0"/>
      <dgm:spPr/>
    </dgm:pt>
    <dgm:pt modelId="{9E4C5561-427F-41A7-A71A-B68B85F1B319}" type="pres">
      <dgm:prSet presAssocID="{B7C25D97-3498-485C-BD63-62E96A786822}" presName="level2Shape" presStyleLbl="node4" presStyleIdx="0" presStyleCnt="4" custLinFactX="34611" custLinFactNeighborX="100000"/>
      <dgm:spPr/>
      <dgm:t>
        <a:bodyPr/>
        <a:lstStyle/>
        <a:p>
          <a:endParaRPr lang="en-US"/>
        </a:p>
      </dgm:t>
    </dgm:pt>
    <dgm:pt modelId="{90AB5DD4-A9A9-4892-9BA5-260FE699E8EF}" type="pres">
      <dgm:prSet presAssocID="{B7C25D97-3498-485C-BD63-62E96A786822}" presName="hierChild3" presStyleCnt="0"/>
      <dgm:spPr/>
    </dgm:pt>
    <dgm:pt modelId="{81845DFB-CED9-43DC-BCFF-FD66F784635A}" type="pres">
      <dgm:prSet presAssocID="{E77A615E-03EA-4814-BCCD-02228D47265C}" presName="Name19" presStyleLbl="parChTrans1D4" presStyleIdx="1" presStyleCnt="4"/>
      <dgm:spPr/>
      <dgm:t>
        <a:bodyPr/>
        <a:lstStyle/>
        <a:p>
          <a:endParaRPr lang="en-US"/>
        </a:p>
      </dgm:t>
    </dgm:pt>
    <dgm:pt modelId="{DA42EA75-C897-465D-B9EB-4922DAFC30BF}" type="pres">
      <dgm:prSet presAssocID="{211BF6EB-4F8A-4CE8-A352-9DC39B83ADFF}" presName="Name21" presStyleCnt="0"/>
      <dgm:spPr/>
    </dgm:pt>
    <dgm:pt modelId="{E530C296-061C-4111-8712-046E89CBCFE1}" type="pres">
      <dgm:prSet presAssocID="{211BF6EB-4F8A-4CE8-A352-9DC39B83ADFF}" presName="level2Shape" presStyleLbl="node4" presStyleIdx="1" presStyleCnt="4" custLinFactX="34611" custLinFactNeighborX="100000"/>
      <dgm:spPr/>
      <dgm:t>
        <a:bodyPr/>
        <a:lstStyle/>
        <a:p>
          <a:endParaRPr lang="en-US"/>
        </a:p>
      </dgm:t>
    </dgm:pt>
    <dgm:pt modelId="{7EB8FE29-67CF-4D71-8E8B-537E98B0F255}" type="pres">
      <dgm:prSet presAssocID="{211BF6EB-4F8A-4CE8-A352-9DC39B83ADFF}" presName="hierChild3" presStyleCnt="0"/>
      <dgm:spPr/>
    </dgm:pt>
    <dgm:pt modelId="{049745BD-B89A-4F96-8B15-AF5EC15EEC15}" type="pres">
      <dgm:prSet presAssocID="{A68A265E-0768-4E8A-84B3-E87A4629A26A}" presName="Name19" presStyleLbl="parChTrans1D3" presStyleIdx="1" presStyleCnt="2"/>
      <dgm:spPr/>
      <dgm:t>
        <a:bodyPr/>
        <a:lstStyle/>
        <a:p>
          <a:endParaRPr lang="en-US"/>
        </a:p>
      </dgm:t>
    </dgm:pt>
    <dgm:pt modelId="{B1D03FF3-F1A6-472B-8805-A9408ACA9C94}" type="pres">
      <dgm:prSet presAssocID="{107BBEA5-72CF-4469-B550-CF6A42FB9FAD}" presName="Name21" presStyleCnt="0"/>
      <dgm:spPr/>
    </dgm:pt>
    <dgm:pt modelId="{C80B8D1F-29BD-4495-A7EB-26D67773EB8C}" type="pres">
      <dgm:prSet presAssocID="{107BBEA5-72CF-4469-B550-CF6A42FB9FAD}" presName="level2Shape" presStyleLbl="node3" presStyleIdx="1" presStyleCnt="2" custLinFactX="35320" custLinFactNeighborX="100000" custLinFactNeighborY="7415"/>
      <dgm:spPr/>
      <dgm:t>
        <a:bodyPr/>
        <a:lstStyle/>
        <a:p>
          <a:endParaRPr lang="en-US"/>
        </a:p>
      </dgm:t>
    </dgm:pt>
    <dgm:pt modelId="{3A584C58-94DA-4FFE-B17A-6444BD7EC646}" type="pres">
      <dgm:prSet presAssocID="{107BBEA5-72CF-4469-B550-CF6A42FB9FAD}" presName="hierChild3" presStyleCnt="0"/>
      <dgm:spPr/>
    </dgm:pt>
    <dgm:pt modelId="{C28F5BCE-60B9-4AF7-A275-C30387649F68}" type="pres">
      <dgm:prSet presAssocID="{D89C3FE8-0AE8-4BAD-AD02-8BDC984F2064}" presName="Name19" presStyleLbl="parChTrans1D4" presStyleIdx="2" presStyleCnt="4"/>
      <dgm:spPr/>
      <dgm:t>
        <a:bodyPr/>
        <a:lstStyle/>
        <a:p>
          <a:endParaRPr lang="en-US"/>
        </a:p>
      </dgm:t>
    </dgm:pt>
    <dgm:pt modelId="{0AC7BECC-A458-4A8C-B1A3-00AEC1AC312A}" type="pres">
      <dgm:prSet presAssocID="{979E4187-2832-4DD1-8C4E-8212359D0E21}" presName="Name21" presStyleCnt="0"/>
      <dgm:spPr/>
    </dgm:pt>
    <dgm:pt modelId="{5CFCB585-BE40-4FE7-A1B1-96435E30E23D}" type="pres">
      <dgm:prSet presAssocID="{979E4187-2832-4DD1-8C4E-8212359D0E21}" presName="level2Shape" presStyleLbl="node4" presStyleIdx="2" presStyleCnt="4" custLinFactX="35320" custLinFactNeighborX="100000" custLinFactNeighborY="-5909"/>
      <dgm:spPr/>
      <dgm:t>
        <a:bodyPr/>
        <a:lstStyle/>
        <a:p>
          <a:endParaRPr lang="en-US"/>
        </a:p>
      </dgm:t>
    </dgm:pt>
    <dgm:pt modelId="{E9EE59C5-3B21-47A6-8BCF-AA10F654514D}" type="pres">
      <dgm:prSet presAssocID="{979E4187-2832-4DD1-8C4E-8212359D0E21}" presName="hierChild3" presStyleCnt="0"/>
      <dgm:spPr/>
    </dgm:pt>
    <dgm:pt modelId="{A034A31A-1CE7-4131-92AF-6122C9C2A877}" type="pres">
      <dgm:prSet presAssocID="{B243871B-A46A-4A95-8022-4B41B0A9ADB8}" presName="Name19" presStyleLbl="parChTrans1D4" presStyleIdx="3" presStyleCnt="4"/>
      <dgm:spPr/>
      <dgm:t>
        <a:bodyPr/>
        <a:lstStyle/>
        <a:p>
          <a:endParaRPr lang="en-US"/>
        </a:p>
      </dgm:t>
    </dgm:pt>
    <dgm:pt modelId="{7478FD53-E9BF-4FF3-8989-0E3986DBEDBF}" type="pres">
      <dgm:prSet presAssocID="{EA21E11F-7E5A-4273-861B-52603EDD51C6}" presName="Name21" presStyleCnt="0"/>
      <dgm:spPr/>
    </dgm:pt>
    <dgm:pt modelId="{39C39D2B-4F03-44F5-B56C-CCD2E699290F}" type="pres">
      <dgm:prSet presAssocID="{EA21E11F-7E5A-4273-861B-52603EDD51C6}" presName="level2Shape" presStyleLbl="node4" presStyleIdx="3" presStyleCnt="4" custLinFactX="35125" custLinFactNeighborX="100000" custLinFactNeighborY="3798"/>
      <dgm:spPr/>
      <dgm:t>
        <a:bodyPr/>
        <a:lstStyle/>
        <a:p>
          <a:endParaRPr lang="en-US"/>
        </a:p>
      </dgm:t>
    </dgm:pt>
    <dgm:pt modelId="{12CACF09-AB0B-422C-9BD1-0AD5C29BC449}" type="pres">
      <dgm:prSet presAssocID="{EA21E11F-7E5A-4273-861B-52603EDD51C6}" presName="hierChild3" presStyleCnt="0"/>
      <dgm:spPr/>
    </dgm:pt>
    <dgm:pt modelId="{C588BA65-A86A-4C53-9E4D-9CFA3ECB37C6}" type="pres">
      <dgm:prSet presAssocID="{20358D4B-B57C-43DE-A874-E701604EC9C6}" presName="Name19" presStyleLbl="parChTrans1D2" presStyleIdx="1" presStyleCnt="3"/>
      <dgm:spPr/>
      <dgm:t>
        <a:bodyPr/>
        <a:lstStyle/>
        <a:p>
          <a:endParaRPr lang="en-US"/>
        </a:p>
      </dgm:t>
    </dgm:pt>
    <dgm:pt modelId="{A3E1E34B-5F6C-4284-89C7-1CC2589EBAAE}" type="pres">
      <dgm:prSet presAssocID="{EFAB7AB5-438D-4BA8-8DED-E25E9EFDF105}" presName="Name21" presStyleCnt="0"/>
      <dgm:spPr/>
    </dgm:pt>
    <dgm:pt modelId="{C91F5F90-2FED-47B5-A06A-A282F5C261EA}" type="pres">
      <dgm:prSet presAssocID="{EFAB7AB5-438D-4BA8-8DED-E25E9EFDF105}" presName="level2Shape" presStyleLbl="node2" presStyleIdx="1" presStyleCnt="3" custLinFactX="-29290" custLinFactNeighborX="-100000" custLinFactNeighborY="-2293"/>
      <dgm:spPr/>
      <dgm:t>
        <a:bodyPr/>
        <a:lstStyle/>
        <a:p>
          <a:endParaRPr lang="en-US"/>
        </a:p>
      </dgm:t>
    </dgm:pt>
    <dgm:pt modelId="{3EFC47F9-1FF8-4239-9FBA-1939EB3855CD}" type="pres">
      <dgm:prSet presAssocID="{EFAB7AB5-438D-4BA8-8DED-E25E9EFDF105}" presName="hierChild3" presStyleCnt="0"/>
      <dgm:spPr/>
    </dgm:pt>
    <dgm:pt modelId="{E0A29603-7C7D-40EE-B736-730E0E65F850}" type="pres">
      <dgm:prSet presAssocID="{6D1FD0E6-F4FF-4620-8707-B18466F17CE3}" presName="Name19" presStyleLbl="parChTrans1D2" presStyleIdx="2" presStyleCnt="3"/>
      <dgm:spPr/>
      <dgm:t>
        <a:bodyPr/>
        <a:lstStyle/>
        <a:p>
          <a:endParaRPr lang="en-US"/>
        </a:p>
      </dgm:t>
    </dgm:pt>
    <dgm:pt modelId="{6EA90273-C4EA-4C73-A2C7-8B8AFC673B73}" type="pres">
      <dgm:prSet presAssocID="{BC3557DF-7BF7-4EF9-B4A1-DCA820AC2F9F}" presName="Name21" presStyleCnt="0"/>
      <dgm:spPr/>
    </dgm:pt>
    <dgm:pt modelId="{BA61ACD1-0C86-45D9-9878-72C042DC45DC}" type="pres">
      <dgm:prSet presAssocID="{BC3557DF-7BF7-4EF9-B4A1-DCA820AC2F9F}" presName="level2Shape" presStyleLbl="node2" presStyleIdx="2" presStyleCnt="3"/>
      <dgm:spPr/>
      <dgm:t>
        <a:bodyPr/>
        <a:lstStyle/>
        <a:p>
          <a:endParaRPr lang="en-US"/>
        </a:p>
      </dgm:t>
    </dgm:pt>
    <dgm:pt modelId="{2FF6071E-2475-4929-A4F7-44A4AFAC32E6}" type="pres">
      <dgm:prSet presAssocID="{BC3557DF-7BF7-4EF9-B4A1-DCA820AC2F9F}" presName="hierChild3" presStyleCnt="0"/>
      <dgm:spPr/>
    </dgm:pt>
    <dgm:pt modelId="{40CED128-CCC3-41C1-ADFA-8983E1D100EC}" type="pres">
      <dgm:prSet presAssocID="{FC5BAFCF-ED78-4EA4-BA10-D2BDBF4D168F}" presName="bgShapesFlow" presStyleCnt="0"/>
      <dgm:spPr/>
    </dgm:pt>
    <dgm:pt modelId="{C38D35D2-6439-41A6-9B59-435B59F12177}" type="pres">
      <dgm:prSet presAssocID="{01CE06E3-0754-46A9-BAA7-EF5606090CB5}" presName="rectComp" presStyleCnt="0"/>
      <dgm:spPr/>
    </dgm:pt>
    <dgm:pt modelId="{F7DB71A8-E34A-4465-98E3-D2264C8D3850}" type="pres">
      <dgm:prSet presAssocID="{01CE06E3-0754-46A9-BAA7-EF5606090CB5}" presName="bgRect" presStyleLbl="bgShp" presStyleIdx="0" presStyleCnt="5"/>
      <dgm:spPr/>
      <dgm:t>
        <a:bodyPr/>
        <a:lstStyle/>
        <a:p>
          <a:endParaRPr lang="en-US"/>
        </a:p>
      </dgm:t>
    </dgm:pt>
    <dgm:pt modelId="{685F96BA-AE70-42D1-BD17-17BEC0ABEA16}" type="pres">
      <dgm:prSet presAssocID="{01CE06E3-0754-46A9-BAA7-EF5606090CB5}" presName="bgRectTx" presStyleLbl="bgShp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81245C-CFD4-4344-AFA4-84B4761E9B38}" type="pres">
      <dgm:prSet presAssocID="{01CE06E3-0754-46A9-BAA7-EF5606090CB5}" presName="spComp" presStyleCnt="0"/>
      <dgm:spPr/>
    </dgm:pt>
    <dgm:pt modelId="{185E9C77-05C0-4662-BDF7-C076EBF0B852}" type="pres">
      <dgm:prSet presAssocID="{01CE06E3-0754-46A9-BAA7-EF5606090CB5}" presName="vSp" presStyleCnt="0"/>
      <dgm:spPr/>
    </dgm:pt>
    <dgm:pt modelId="{6F66F657-89D1-41BC-B297-D226A401D859}" type="pres">
      <dgm:prSet presAssocID="{5A5AC43F-9FFB-4AAA-BEBD-01F66F070E7A}" presName="rectComp" presStyleCnt="0"/>
      <dgm:spPr/>
    </dgm:pt>
    <dgm:pt modelId="{FDAD8D69-15B0-429F-9EF1-46EB3DF7A485}" type="pres">
      <dgm:prSet presAssocID="{5A5AC43F-9FFB-4AAA-BEBD-01F66F070E7A}" presName="bgRect" presStyleLbl="bgShp" presStyleIdx="1" presStyleCnt="5"/>
      <dgm:spPr/>
      <dgm:t>
        <a:bodyPr/>
        <a:lstStyle/>
        <a:p>
          <a:endParaRPr lang="en-US"/>
        </a:p>
      </dgm:t>
    </dgm:pt>
    <dgm:pt modelId="{F0E52B47-A2A8-4D33-8BED-77C858196C89}" type="pres">
      <dgm:prSet presAssocID="{5A5AC43F-9FFB-4AAA-BEBD-01F66F070E7A}" presName="bgRectTx" presStyleLbl="bgShp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80E379-6691-4591-981E-9C64BD3AD80C}" type="pres">
      <dgm:prSet presAssocID="{5A5AC43F-9FFB-4AAA-BEBD-01F66F070E7A}" presName="spComp" presStyleCnt="0"/>
      <dgm:spPr/>
    </dgm:pt>
    <dgm:pt modelId="{609C2F35-9D8B-4F0D-A478-66B14ADBB53A}" type="pres">
      <dgm:prSet presAssocID="{5A5AC43F-9FFB-4AAA-BEBD-01F66F070E7A}" presName="vSp" presStyleCnt="0"/>
      <dgm:spPr/>
    </dgm:pt>
    <dgm:pt modelId="{F686F4D9-C51A-4A3A-9B5E-E641C2C1B2E9}" type="pres">
      <dgm:prSet presAssocID="{8C5DEA2C-B8CD-41EA-AAC5-6F2D516E4A4D}" presName="rectComp" presStyleCnt="0"/>
      <dgm:spPr/>
    </dgm:pt>
    <dgm:pt modelId="{CF5D38C8-C8DE-43F1-9359-00AF7F96FE7C}" type="pres">
      <dgm:prSet presAssocID="{8C5DEA2C-B8CD-41EA-AAC5-6F2D516E4A4D}" presName="bgRect" presStyleLbl="bgShp" presStyleIdx="2" presStyleCnt="5"/>
      <dgm:spPr/>
      <dgm:t>
        <a:bodyPr/>
        <a:lstStyle/>
        <a:p>
          <a:endParaRPr lang="en-US"/>
        </a:p>
      </dgm:t>
    </dgm:pt>
    <dgm:pt modelId="{BAE825BB-BCC1-43B8-ADFC-70456590D75D}" type="pres">
      <dgm:prSet presAssocID="{8C5DEA2C-B8CD-41EA-AAC5-6F2D516E4A4D}" presName="bgRectTx" presStyleLbl="bgShp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7CE025-6E9C-439F-AAB9-3A8737629D06}" type="pres">
      <dgm:prSet presAssocID="{8C5DEA2C-B8CD-41EA-AAC5-6F2D516E4A4D}" presName="spComp" presStyleCnt="0"/>
      <dgm:spPr/>
    </dgm:pt>
    <dgm:pt modelId="{36C97D9D-AA58-4340-AE21-AFC26DDA09C4}" type="pres">
      <dgm:prSet presAssocID="{8C5DEA2C-B8CD-41EA-AAC5-6F2D516E4A4D}" presName="vSp" presStyleCnt="0"/>
      <dgm:spPr/>
    </dgm:pt>
    <dgm:pt modelId="{F4683EC4-75D4-4528-940D-31647B7CD5C3}" type="pres">
      <dgm:prSet presAssocID="{2C9BE14A-161C-49FB-B49E-4C423D034A39}" presName="rectComp" presStyleCnt="0"/>
      <dgm:spPr/>
    </dgm:pt>
    <dgm:pt modelId="{1E9EF9C1-FAFD-48DC-A9A9-21C7876A4707}" type="pres">
      <dgm:prSet presAssocID="{2C9BE14A-161C-49FB-B49E-4C423D034A39}" presName="bgRect" presStyleLbl="bgShp" presStyleIdx="3" presStyleCnt="5"/>
      <dgm:spPr/>
      <dgm:t>
        <a:bodyPr/>
        <a:lstStyle/>
        <a:p>
          <a:endParaRPr lang="en-US"/>
        </a:p>
      </dgm:t>
    </dgm:pt>
    <dgm:pt modelId="{1840AC31-7460-4EEE-9E6B-14B4D74E149A}" type="pres">
      <dgm:prSet presAssocID="{2C9BE14A-161C-49FB-B49E-4C423D034A39}" presName="bgRectTx" presStyleLbl="bgShp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669E2-B4DD-4D8D-9244-9F6A45FE0560}" type="pres">
      <dgm:prSet presAssocID="{2C9BE14A-161C-49FB-B49E-4C423D034A39}" presName="spComp" presStyleCnt="0"/>
      <dgm:spPr/>
    </dgm:pt>
    <dgm:pt modelId="{5EDA3933-B82A-47F3-B124-2CE739401481}" type="pres">
      <dgm:prSet presAssocID="{2C9BE14A-161C-49FB-B49E-4C423D034A39}" presName="vSp" presStyleCnt="0"/>
      <dgm:spPr/>
    </dgm:pt>
    <dgm:pt modelId="{F1611B37-E732-4995-9DEE-DF79E2D94A64}" type="pres">
      <dgm:prSet presAssocID="{CE93E3B9-4907-47D1-AC15-E289436B2324}" presName="rectComp" presStyleCnt="0"/>
      <dgm:spPr/>
    </dgm:pt>
    <dgm:pt modelId="{192853D6-51BB-4983-A40A-8CCB1B40D75B}" type="pres">
      <dgm:prSet presAssocID="{CE93E3B9-4907-47D1-AC15-E289436B2324}" presName="bgRect" presStyleLbl="bgShp" presStyleIdx="4" presStyleCnt="5"/>
      <dgm:spPr/>
      <dgm:t>
        <a:bodyPr/>
        <a:lstStyle/>
        <a:p>
          <a:endParaRPr lang="en-US"/>
        </a:p>
      </dgm:t>
    </dgm:pt>
    <dgm:pt modelId="{3CA0E6DD-6C47-4D9F-8B6C-08A30A1E1092}" type="pres">
      <dgm:prSet presAssocID="{CE93E3B9-4907-47D1-AC15-E289436B2324}" presName="bgRectTx" presStyleLbl="bgShp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BB52475-D75C-48F2-A55C-0007A9EF05F4}" srcId="{FC5BAFCF-ED78-4EA4-BA10-D2BDBF4D168F}" destId="{CE93E3B9-4907-47D1-AC15-E289436B2324}" srcOrd="5" destOrd="0" parTransId="{85A66828-9D29-4219-8371-37D4946D3642}" sibTransId="{AE738195-2F67-466C-9709-E4A0F8863CC3}"/>
    <dgm:cxn modelId="{772C60B2-D39F-48FF-85D1-8CF85A9376AE}" type="presOf" srcId="{1152A97F-27F0-4ADC-ABD5-FB1A114B4F6A}" destId="{8CD5CD44-2CEA-43BB-B8A7-809E9AD3FC76}" srcOrd="0" destOrd="0" presId="urn:microsoft.com/office/officeart/2005/8/layout/hierarchy6"/>
    <dgm:cxn modelId="{D805C136-90AB-47A3-BC26-401A983AE42D}" srcId="{FC5BAFCF-ED78-4EA4-BA10-D2BDBF4D168F}" destId="{01CE06E3-0754-46A9-BAA7-EF5606090CB5}" srcOrd="1" destOrd="0" parTransId="{F96F5319-B222-40D8-9B41-236418472697}" sibTransId="{FD23E9BB-DB53-4A64-BA3D-AB7A97458AD4}"/>
    <dgm:cxn modelId="{9E881039-E9F3-43A0-BFA6-9587460B0ADE}" type="presOf" srcId="{CE93E3B9-4907-47D1-AC15-E289436B2324}" destId="{192853D6-51BB-4983-A40A-8CCB1B40D75B}" srcOrd="0" destOrd="0" presId="urn:microsoft.com/office/officeart/2005/8/layout/hierarchy6"/>
    <dgm:cxn modelId="{E3118692-D3E5-4306-9F99-3C1F6B3F3312}" srcId="{1152A97F-27F0-4ADC-ABD5-FB1A114B4F6A}" destId="{BC3557DF-7BF7-4EF9-B4A1-DCA820AC2F9F}" srcOrd="2" destOrd="0" parTransId="{6D1FD0E6-F4FF-4620-8707-B18466F17CE3}" sibTransId="{67D471DA-463C-453D-AFE6-A9D5D556143A}"/>
    <dgm:cxn modelId="{1EDBF21F-C591-4E3F-B1C0-45065E11F267}" type="presOf" srcId="{B7C25D97-3498-485C-BD63-62E96A786822}" destId="{9E4C5561-427F-41A7-A71A-B68B85F1B319}" srcOrd="0" destOrd="0" presId="urn:microsoft.com/office/officeart/2005/8/layout/hierarchy6"/>
    <dgm:cxn modelId="{3C9A1179-B05E-42F0-B4CC-3D6107C500CF}" srcId="{FC5BAFCF-ED78-4EA4-BA10-D2BDBF4D168F}" destId="{5A5AC43F-9FFB-4AAA-BEBD-01F66F070E7A}" srcOrd="2" destOrd="0" parTransId="{DD959E04-DCD8-4EF1-BD4B-A48A1A940AC1}" sibTransId="{FDB8C2F7-0E01-4F90-8A4B-F100C221ED0B}"/>
    <dgm:cxn modelId="{DCF35BFF-A43C-42F6-AEE1-53B5FCAE6BA1}" srcId="{979E4187-2832-4DD1-8C4E-8212359D0E21}" destId="{EA21E11F-7E5A-4273-861B-52603EDD51C6}" srcOrd="0" destOrd="0" parTransId="{B243871B-A46A-4A95-8022-4B41B0A9ADB8}" sibTransId="{4054B2A7-B450-4E01-8AAC-C6D8FFEE070C}"/>
    <dgm:cxn modelId="{79130940-31DB-4DE0-9E45-0A42A79BC22B}" type="presOf" srcId="{E77A615E-03EA-4814-BCCD-02228D47265C}" destId="{81845DFB-CED9-43DC-BCFF-FD66F784635A}" srcOrd="0" destOrd="0" presId="urn:microsoft.com/office/officeart/2005/8/layout/hierarchy6"/>
    <dgm:cxn modelId="{9646934C-9A46-4D17-AFB2-9C4425DB07EC}" type="presOf" srcId="{52053464-063A-4096-A73F-9C028F4B96E6}" destId="{369CBCA2-3F74-4BA4-8C55-C493285D7D03}" srcOrd="0" destOrd="0" presId="urn:microsoft.com/office/officeart/2005/8/layout/hierarchy6"/>
    <dgm:cxn modelId="{978551B7-0892-4DD5-85B9-2E8A07E75148}" type="presOf" srcId="{5A5AC43F-9FFB-4AAA-BEBD-01F66F070E7A}" destId="{F0E52B47-A2A8-4D33-8BED-77C858196C89}" srcOrd="1" destOrd="0" presId="urn:microsoft.com/office/officeart/2005/8/layout/hierarchy6"/>
    <dgm:cxn modelId="{9D950E25-B0A3-4010-81CB-1585270644AE}" type="presOf" srcId="{B243871B-A46A-4A95-8022-4B41B0A9ADB8}" destId="{A034A31A-1CE7-4131-92AF-6122C9C2A877}" srcOrd="0" destOrd="0" presId="urn:microsoft.com/office/officeart/2005/8/layout/hierarchy6"/>
    <dgm:cxn modelId="{625D9B00-1C91-4634-8D54-3B8AA2BBC44C}" type="presOf" srcId="{E1663765-0454-4E5D-879A-4DBD647823EA}" destId="{1BB92BF2-CB21-478D-9E6C-48C94084BF93}" srcOrd="0" destOrd="0" presId="urn:microsoft.com/office/officeart/2005/8/layout/hierarchy6"/>
    <dgm:cxn modelId="{D518D4CB-0ED2-47A9-A8DC-5D2B5B90DCD7}" srcId="{63B0D00F-F739-4BA1-ADFA-EE8FE856B5D3}" destId="{107BBEA5-72CF-4469-B550-CF6A42FB9FAD}" srcOrd="1" destOrd="0" parTransId="{A68A265E-0768-4E8A-84B3-E87A4629A26A}" sibTransId="{A0B4887A-F470-4AEE-815F-CB6E8B8ECFE5}"/>
    <dgm:cxn modelId="{DB961C2B-E134-4E73-9C32-E3CF6B90988A}" type="presOf" srcId="{01CE06E3-0754-46A9-BAA7-EF5606090CB5}" destId="{F7DB71A8-E34A-4465-98E3-D2264C8D3850}" srcOrd="0" destOrd="0" presId="urn:microsoft.com/office/officeart/2005/8/layout/hierarchy6"/>
    <dgm:cxn modelId="{3A0E7DEC-6B02-4560-AB72-D48E9A8AFC7F}" type="presOf" srcId="{979E4187-2832-4DD1-8C4E-8212359D0E21}" destId="{5CFCB585-BE40-4FE7-A1B1-96435E30E23D}" srcOrd="0" destOrd="0" presId="urn:microsoft.com/office/officeart/2005/8/layout/hierarchy6"/>
    <dgm:cxn modelId="{5B96DF75-B41E-46CA-9980-10B7AF569473}" type="presOf" srcId="{EFAB7AB5-438D-4BA8-8DED-E25E9EFDF105}" destId="{C91F5F90-2FED-47B5-A06A-A282F5C261EA}" srcOrd="0" destOrd="0" presId="urn:microsoft.com/office/officeart/2005/8/layout/hierarchy6"/>
    <dgm:cxn modelId="{2C99827B-94E0-428C-BDCB-9A12CDEFFE6B}" srcId="{107BBEA5-72CF-4469-B550-CF6A42FB9FAD}" destId="{979E4187-2832-4DD1-8C4E-8212359D0E21}" srcOrd="0" destOrd="0" parTransId="{D89C3FE8-0AE8-4BAD-AD02-8BDC984F2064}" sibTransId="{8DAF5D0B-025C-478B-B605-CC835DFFA781}"/>
    <dgm:cxn modelId="{8311C9BF-A630-4D1C-A3C3-D11A8F39E7AF}" srcId="{B7C25D97-3498-485C-BD63-62E96A786822}" destId="{211BF6EB-4F8A-4CE8-A352-9DC39B83ADFF}" srcOrd="0" destOrd="0" parTransId="{E77A615E-03EA-4814-BCCD-02228D47265C}" sibTransId="{EE0C7922-620C-42EA-A74B-A53AC3BF5E1B}"/>
    <dgm:cxn modelId="{B220B55D-5614-468E-BE3F-695C80B17C28}" type="presOf" srcId="{FC5BAFCF-ED78-4EA4-BA10-D2BDBF4D168F}" destId="{C38B9A37-D8DB-4274-80FC-6FB9D2344474}" srcOrd="0" destOrd="0" presId="urn:microsoft.com/office/officeart/2005/8/layout/hierarchy6"/>
    <dgm:cxn modelId="{3B95957D-19D6-424C-998A-60EFF1574452}" type="presOf" srcId="{EA21E11F-7E5A-4273-861B-52603EDD51C6}" destId="{39C39D2B-4F03-44F5-B56C-CCD2E699290F}" srcOrd="0" destOrd="0" presId="urn:microsoft.com/office/officeart/2005/8/layout/hierarchy6"/>
    <dgm:cxn modelId="{95A671DE-DDC0-438E-90BA-65D11386E59B}" type="presOf" srcId="{2C9BE14A-161C-49FB-B49E-4C423D034A39}" destId="{1840AC31-7460-4EEE-9E6B-14B4D74E149A}" srcOrd="1" destOrd="0" presId="urn:microsoft.com/office/officeart/2005/8/layout/hierarchy6"/>
    <dgm:cxn modelId="{0BF4ADF9-C421-4787-BB3B-3325921F0B04}" type="presOf" srcId="{01CE06E3-0754-46A9-BAA7-EF5606090CB5}" destId="{685F96BA-AE70-42D1-BD17-17BEC0ABEA16}" srcOrd="1" destOrd="0" presId="urn:microsoft.com/office/officeart/2005/8/layout/hierarchy6"/>
    <dgm:cxn modelId="{737CFAAC-C42A-42A2-88DC-E43E9C7822B5}" srcId="{1152A97F-27F0-4ADC-ABD5-FB1A114B4F6A}" destId="{63B0D00F-F739-4BA1-ADFA-EE8FE856B5D3}" srcOrd="0" destOrd="0" parTransId="{39737048-074E-4B5E-BEEC-2CA2CF361CA7}" sibTransId="{4CBDE445-BF50-4780-B2FD-B75EE8DFB71C}"/>
    <dgm:cxn modelId="{8265298D-0AB2-4FC9-88FC-D73AAFF00F40}" type="presOf" srcId="{8C5DEA2C-B8CD-41EA-AAC5-6F2D516E4A4D}" destId="{BAE825BB-BCC1-43B8-ADFC-70456590D75D}" srcOrd="1" destOrd="0" presId="urn:microsoft.com/office/officeart/2005/8/layout/hierarchy6"/>
    <dgm:cxn modelId="{D58DC7A9-963C-4472-BBB9-6BA05146E336}" type="presOf" srcId="{A68A265E-0768-4E8A-84B3-E87A4629A26A}" destId="{049745BD-B89A-4F96-8B15-AF5EC15EEC15}" srcOrd="0" destOrd="0" presId="urn:microsoft.com/office/officeart/2005/8/layout/hierarchy6"/>
    <dgm:cxn modelId="{C5BB6DCD-1327-4A87-A731-0915F445F038}" type="presOf" srcId="{211BF6EB-4F8A-4CE8-A352-9DC39B83ADFF}" destId="{E530C296-061C-4111-8712-046E89CBCFE1}" srcOrd="0" destOrd="0" presId="urn:microsoft.com/office/officeart/2005/8/layout/hierarchy6"/>
    <dgm:cxn modelId="{0B8E8333-6360-48C9-9F33-017F27FA3A8D}" srcId="{1152A97F-27F0-4ADC-ABD5-FB1A114B4F6A}" destId="{EFAB7AB5-438D-4BA8-8DED-E25E9EFDF105}" srcOrd="1" destOrd="0" parTransId="{20358D4B-B57C-43DE-A874-E701604EC9C6}" sibTransId="{81EBF7FF-5D1A-4FF6-B839-2A8BEB63E87B}"/>
    <dgm:cxn modelId="{315A0C8C-29DB-4A9F-9E76-853F52C4AA74}" type="presOf" srcId="{39737048-074E-4B5E-BEEC-2CA2CF361CA7}" destId="{766CFB2F-A498-46D9-BE7C-29E2543AF539}" srcOrd="0" destOrd="0" presId="urn:microsoft.com/office/officeart/2005/8/layout/hierarchy6"/>
    <dgm:cxn modelId="{2FC28D63-4031-4F56-BBDC-3CA7262C61B5}" type="presOf" srcId="{8C5DEA2C-B8CD-41EA-AAC5-6F2D516E4A4D}" destId="{CF5D38C8-C8DE-43F1-9359-00AF7F96FE7C}" srcOrd="0" destOrd="0" presId="urn:microsoft.com/office/officeart/2005/8/layout/hierarchy6"/>
    <dgm:cxn modelId="{98F4F435-9785-4138-9723-6C6B569F684C}" type="presOf" srcId="{2C9BE14A-161C-49FB-B49E-4C423D034A39}" destId="{1E9EF9C1-FAFD-48DC-A9A9-21C7876A4707}" srcOrd="0" destOrd="0" presId="urn:microsoft.com/office/officeart/2005/8/layout/hierarchy6"/>
    <dgm:cxn modelId="{FA00E023-EF6F-48E1-8D64-E7E5A0B6F590}" type="presOf" srcId="{107BBEA5-72CF-4469-B550-CF6A42FB9FAD}" destId="{C80B8D1F-29BD-4495-A7EB-26D67773EB8C}" srcOrd="0" destOrd="0" presId="urn:microsoft.com/office/officeart/2005/8/layout/hierarchy6"/>
    <dgm:cxn modelId="{41DEBEBE-EBEE-4FC5-A326-7B7CD4952F35}" type="presOf" srcId="{6D1FD0E6-F4FF-4620-8707-B18466F17CE3}" destId="{E0A29603-7C7D-40EE-B736-730E0E65F850}" srcOrd="0" destOrd="0" presId="urn:microsoft.com/office/officeart/2005/8/layout/hierarchy6"/>
    <dgm:cxn modelId="{B9E34E1E-A354-4615-9C1E-CB30B8D76129}" type="presOf" srcId="{20358D4B-B57C-43DE-A874-E701604EC9C6}" destId="{C588BA65-A86A-4C53-9E4D-9CFA3ECB37C6}" srcOrd="0" destOrd="0" presId="urn:microsoft.com/office/officeart/2005/8/layout/hierarchy6"/>
    <dgm:cxn modelId="{0DC0477C-0BBB-48FC-8C62-BE4FFDAD0282}" type="presOf" srcId="{D3A7488F-1920-401E-A321-C1DC2E60723B}" destId="{4E88DB0B-5221-4612-A8C2-D38B99E4E9DA}" srcOrd="0" destOrd="0" presId="urn:microsoft.com/office/officeart/2005/8/layout/hierarchy6"/>
    <dgm:cxn modelId="{67BD628F-B3F5-432B-9F30-BA9A7A4F5E8A}" type="presOf" srcId="{63B0D00F-F739-4BA1-ADFA-EE8FE856B5D3}" destId="{D786516E-359B-403E-8BBD-41660DFF180B}" srcOrd="0" destOrd="0" presId="urn:microsoft.com/office/officeart/2005/8/layout/hierarchy6"/>
    <dgm:cxn modelId="{DB03E04E-756E-4BF5-BDF5-64BB0ED8BFC8}" type="presOf" srcId="{CE93E3B9-4907-47D1-AC15-E289436B2324}" destId="{3CA0E6DD-6C47-4D9F-8B6C-08A30A1E1092}" srcOrd="1" destOrd="0" presId="urn:microsoft.com/office/officeart/2005/8/layout/hierarchy6"/>
    <dgm:cxn modelId="{CBB287CC-49AE-4B16-8922-317653AB2D07}" srcId="{FC5BAFCF-ED78-4EA4-BA10-D2BDBF4D168F}" destId="{2C9BE14A-161C-49FB-B49E-4C423D034A39}" srcOrd="4" destOrd="0" parTransId="{480DE44D-BE25-4006-BDA1-9CB3BAC15486}" sibTransId="{B6BA92A0-E209-42BE-B511-8AA3F8AEEC30}"/>
    <dgm:cxn modelId="{88BD14CE-524D-4CAC-B84D-DDE746EF8300}" type="presOf" srcId="{BC3557DF-7BF7-4EF9-B4A1-DCA820AC2F9F}" destId="{BA61ACD1-0C86-45D9-9878-72C042DC45DC}" srcOrd="0" destOrd="0" presId="urn:microsoft.com/office/officeart/2005/8/layout/hierarchy6"/>
    <dgm:cxn modelId="{013E12B6-4EC0-4491-92CD-995C910604B2}" srcId="{63B0D00F-F739-4BA1-ADFA-EE8FE856B5D3}" destId="{52053464-063A-4096-A73F-9C028F4B96E6}" srcOrd="0" destOrd="0" parTransId="{E1663765-0454-4E5D-879A-4DBD647823EA}" sibTransId="{6C6176C1-AC8E-4639-8B97-EF0B4732FB8A}"/>
    <dgm:cxn modelId="{75C90C22-FFCD-4510-8418-50AF853468BD}" srcId="{52053464-063A-4096-A73F-9C028F4B96E6}" destId="{B7C25D97-3498-485C-BD63-62E96A786822}" srcOrd="0" destOrd="0" parTransId="{D3A7488F-1920-401E-A321-C1DC2E60723B}" sibTransId="{739C7624-7FAC-44D9-B42E-178839C9A5BD}"/>
    <dgm:cxn modelId="{266F805E-AB3B-4364-908F-246A5DB07835}" type="presOf" srcId="{D89C3FE8-0AE8-4BAD-AD02-8BDC984F2064}" destId="{C28F5BCE-60B9-4AF7-A275-C30387649F68}" srcOrd="0" destOrd="0" presId="urn:microsoft.com/office/officeart/2005/8/layout/hierarchy6"/>
    <dgm:cxn modelId="{6DC91DE9-5B1F-455E-B003-D26AADD5DF53}" srcId="{FC5BAFCF-ED78-4EA4-BA10-D2BDBF4D168F}" destId="{1152A97F-27F0-4ADC-ABD5-FB1A114B4F6A}" srcOrd="0" destOrd="0" parTransId="{0BB2EDA8-6E38-47DB-9984-86C8054C238D}" sibTransId="{467A0B91-AE24-41EB-B5E1-F6F8A9B66295}"/>
    <dgm:cxn modelId="{3C8D666D-208B-4C3B-A3B5-F6DD6BB902D7}" type="presOf" srcId="{5A5AC43F-9FFB-4AAA-BEBD-01F66F070E7A}" destId="{FDAD8D69-15B0-429F-9EF1-46EB3DF7A485}" srcOrd="0" destOrd="0" presId="urn:microsoft.com/office/officeart/2005/8/layout/hierarchy6"/>
    <dgm:cxn modelId="{D689AB60-DD83-4E27-97CD-C02EEB2FAEB2}" srcId="{FC5BAFCF-ED78-4EA4-BA10-D2BDBF4D168F}" destId="{8C5DEA2C-B8CD-41EA-AAC5-6F2D516E4A4D}" srcOrd="3" destOrd="0" parTransId="{A9CB8D56-0D26-42E6-9F00-C945298E43CD}" sibTransId="{795AA1FE-2E3C-4C1A-B1B8-9F204AB73952}"/>
    <dgm:cxn modelId="{FC9D671D-65C7-4789-90C9-746CEF4DC560}" type="presParOf" srcId="{C38B9A37-D8DB-4274-80FC-6FB9D2344474}" destId="{49FE332B-9902-4F66-B514-5290BAC12097}" srcOrd="0" destOrd="0" presId="urn:microsoft.com/office/officeart/2005/8/layout/hierarchy6"/>
    <dgm:cxn modelId="{3EF8B778-716C-4B0F-B38B-E29DFA15A1A0}" type="presParOf" srcId="{49FE332B-9902-4F66-B514-5290BAC12097}" destId="{5420EF79-2453-4698-8E05-E84FA2EB500D}" srcOrd="0" destOrd="0" presId="urn:microsoft.com/office/officeart/2005/8/layout/hierarchy6"/>
    <dgm:cxn modelId="{F294B090-A41F-49C1-9007-107CAABF2840}" type="presParOf" srcId="{49FE332B-9902-4F66-B514-5290BAC12097}" destId="{AA02415A-A7D2-414F-8942-0F11ABB4D5BF}" srcOrd="1" destOrd="0" presId="urn:microsoft.com/office/officeart/2005/8/layout/hierarchy6"/>
    <dgm:cxn modelId="{F0AB5821-0649-4425-926F-89CCC3394DB2}" type="presParOf" srcId="{AA02415A-A7D2-414F-8942-0F11ABB4D5BF}" destId="{A720F242-BE64-410C-9FEF-79D163EAD4AC}" srcOrd="0" destOrd="0" presId="urn:microsoft.com/office/officeart/2005/8/layout/hierarchy6"/>
    <dgm:cxn modelId="{8B5D6DA3-EBDA-4C3D-BED4-9D7C573F06A7}" type="presParOf" srcId="{A720F242-BE64-410C-9FEF-79D163EAD4AC}" destId="{8CD5CD44-2CEA-43BB-B8A7-809E9AD3FC76}" srcOrd="0" destOrd="0" presId="urn:microsoft.com/office/officeart/2005/8/layout/hierarchy6"/>
    <dgm:cxn modelId="{C58CA630-538A-4AAA-93A1-973E0BF4C03F}" type="presParOf" srcId="{A720F242-BE64-410C-9FEF-79D163EAD4AC}" destId="{FF71D260-4017-4CC7-B057-28F5FE5850DD}" srcOrd="1" destOrd="0" presId="urn:microsoft.com/office/officeart/2005/8/layout/hierarchy6"/>
    <dgm:cxn modelId="{3185F11F-4DB9-4B40-B2A7-4DCAE3DB2298}" type="presParOf" srcId="{FF71D260-4017-4CC7-B057-28F5FE5850DD}" destId="{766CFB2F-A498-46D9-BE7C-29E2543AF539}" srcOrd="0" destOrd="0" presId="urn:microsoft.com/office/officeart/2005/8/layout/hierarchy6"/>
    <dgm:cxn modelId="{57BEB500-F8CF-49F8-A435-1F6E85471BE4}" type="presParOf" srcId="{FF71D260-4017-4CC7-B057-28F5FE5850DD}" destId="{4A8A2D5C-4F9C-414B-918B-6359FCBFE0B3}" srcOrd="1" destOrd="0" presId="urn:microsoft.com/office/officeart/2005/8/layout/hierarchy6"/>
    <dgm:cxn modelId="{1845E896-F5EE-4692-A86C-0F6F49F69781}" type="presParOf" srcId="{4A8A2D5C-4F9C-414B-918B-6359FCBFE0B3}" destId="{D786516E-359B-403E-8BBD-41660DFF180B}" srcOrd="0" destOrd="0" presId="urn:microsoft.com/office/officeart/2005/8/layout/hierarchy6"/>
    <dgm:cxn modelId="{23592FDB-D582-49AD-9F1A-E762282C7852}" type="presParOf" srcId="{4A8A2D5C-4F9C-414B-918B-6359FCBFE0B3}" destId="{8AB3940B-C5BD-473A-8F2D-A798E04183B3}" srcOrd="1" destOrd="0" presId="urn:microsoft.com/office/officeart/2005/8/layout/hierarchy6"/>
    <dgm:cxn modelId="{46AB8054-038F-41C9-B292-446E0CDDFDBA}" type="presParOf" srcId="{8AB3940B-C5BD-473A-8F2D-A798E04183B3}" destId="{1BB92BF2-CB21-478D-9E6C-48C94084BF93}" srcOrd="0" destOrd="0" presId="urn:microsoft.com/office/officeart/2005/8/layout/hierarchy6"/>
    <dgm:cxn modelId="{EA3054B7-7FC0-4437-BAA4-896FEE2D2A80}" type="presParOf" srcId="{8AB3940B-C5BD-473A-8F2D-A798E04183B3}" destId="{D45F6772-3ACB-4755-B95D-876330D5A9B0}" srcOrd="1" destOrd="0" presId="urn:microsoft.com/office/officeart/2005/8/layout/hierarchy6"/>
    <dgm:cxn modelId="{399F37E0-C889-4BE4-BF04-6D534D06F25E}" type="presParOf" srcId="{D45F6772-3ACB-4755-B95D-876330D5A9B0}" destId="{369CBCA2-3F74-4BA4-8C55-C493285D7D03}" srcOrd="0" destOrd="0" presId="urn:microsoft.com/office/officeart/2005/8/layout/hierarchy6"/>
    <dgm:cxn modelId="{0414094A-D3D2-4DF3-A4C1-A8E6B52DC40B}" type="presParOf" srcId="{D45F6772-3ACB-4755-B95D-876330D5A9B0}" destId="{D4357067-7F4B-481E-88BC-3C9AAD0947A8}" srcOrd="1" destOrd="0" presId="urn:microsoft.com/office/officeart/2005/8/layout/hierarchy6"/>
    <dgm:cxn modelId="{26ADAC88-5A73-45B4-A21E-9E3F765A2431}" type="presParOf" srcId="{D4357067-7F4B-481E-88BC-3C9AAD0947A8}" destId="{4E88DB0B-5221-4612-A8C2-D38B99E4E9DA}" srcOrd="0" destOrd="0" presId="urn:microsoft.com/office/officeart/2005/8/layout/hierarchy6"/>
    <dgm:cxn modelId="{47F0F746-76DA-4754-A8E7-C0FA992CEA3E}" type="presParOf" srcId="{D4357067-7F4B-481E-88BC-3C9AAD0947A8}" destId="{E5A903F5-CB86-4C68-803B-4AA1C93F21F1}" srcOrd="1" destOrd="0" presId="urn:microsoft.com/office/officeart/2005/8/layout/hierarchy6"/>
    <dgm:cxn modelId="{403F8D16-E19C-4203-9642-3B4F8A0822E9}" type="presParOf" srcId="{E5A903F5-CB86-4C68-803B-4AA1C93F21F1}" destId="{9E4C5561-427F-41A7-A71A-B68B85F1B319}" srcOrd="0" destOrd="0" presId="urn:microsoft.com/office/officeart/2005/8/layout/hierarchy6"/>
    <dgm:cxn modelId="{E9DB1AE0-6B39-4977-9FB9-AC6E1B9A418A}" type="presParOf" srcId="{E5A903F5-CB86-4C68-803B-4AA1C93F21F1}" destId="{90AB5DD4-A9A9-4892-9BA5-260FE699E8EF}" srcOrd="1" destOrd="0" presId="urn:microsoft.com/office/officeart/2005/8/layout/hierarchy6"/>
    <dgm:cxn modelId="{E422EC1C-860E-496C-8F5F-6DF693D0549E}" type="presParOf" srcId="{90AB5DD4-A9A9-4892-9BA5-260FE699E8EF}" destId="{81845DFB-CED9-43DC-BCFF-FD66F784635A}" srcOrd="0" destOrd="0" presId="urn:microsoft.com/office/officeart/2005/8/layout/hierarchy6"/>
    <dgm:cxn modelId="{8B797E75-4F0D-4F3C-886E-0DBFCCF90F7A}" type="presParOf" srcId="{90AB5DD4-A9A9-4892-9BA5-260FE699E8EF}" destId="{DA42EA75-C897-465D-B9EB-4922DAFC30BF}" srcOrd="1" destOrd="0" presId="urn:microsoft.com/office/officeart/2005/8/layout/hierarchy6"/>
    <dgm:cxn modelId="{A42DC3EC-6F97-40DD-9951-AB3AD95E4B8A}" type="presParOf" srcId="{DA42EA75-C897-465D-B9EB-4922DAFC30BF}" destId="{E530C296-061C-4111-8712-046E89CBCFE1}" srcOrd="0" destOrd="0" presId="urn:microsoft.com/office/officeart/2005/8/layout/hierarchy6"/>
    <dgm:cxn modelId="{0DA2B4AD-D7A9-4055-BCEE-05055CE2A375}" type="presParOf" srcId="{DA42EA75-C897-465D-B9EB-4922DAFC30BF}" destId="{7EB8FE29-67CF-4D71-8E8B-537E98B0F255}" srcOrd="1" destOrd="0" presId="urn:microsoft.com/office/officeart/2005/8/layout/hierarchy6"/>
    <dgm:cxn modelId="{6D7C3CFF-972D-4B1D-ABCC-CB90E1D9EC63}" type="presParOf" srcId="{8AB3940B-C5BD-473A-8F2D-A798E04183B3}" destId="{049745BD-B89A-4F96-8B15-AF5EC15EEC15}" srcOrd="2" destOrd="0" presId="urn:microsoft.com/office/officeart/2005/8/layout/hierarchy6"/>
    <dgm:cxn modelId="{6F6B4E76-443A-4586-9552-3DF1D4C62BA1}" type="presParOf" srcId="{8AB3940B-C5BD-473A-8F2D-A798E04183B3}" destId="{B1D03FF3-F1A6-472B-8805-A9408ACA9C94}" srcOrd="3" destOrd="0" presId="urn:microsoft.com/office/officeart/2005/8/layout/hierarchy6"/>
    <dgm:cxn modelId="{4B733C17-65C7-4C6E-8786-0A935F9C14BA}" type="presParOf" srcId="{B1D03FF3-F1A6-472B-8805-A9408ACA9C94}" destId="{C80B8D1F-29BD-4495-A7EB-26D67773EB8C}" srcOrd="0" destOrd="0" presId="urn:microsoft.com/office/officeart/2005/8/layout/hierarchy6"/>
    <dgm:cxn modelId="{34455984-50E4-46D8-BFC6-3CC497EA8D1B}" type="presParOf" srcId="{B1D03FF3-F1A6-472B-8805-A9408ACA9C94}" destId="{3A584C58-94DA-4FFE-B17A-6444BD7EC646}" srcOrd="1" destOrd="0" presId="urn:microsoft.com/office/officeart/2005/8/layout/hierarchy6"/>
    <dgm:cxn modelId="{93320C02-44DC-4AD2-BCFA-0D072A57FAE3}" type="presParOf" srcId="{3A584C58-94DA-4FFE-B17A-6444BD7EC646}" destId="{C28F5BCE-60B9-4AF7-A275-C30387649F68}" srcOrd="0" destOrd="0" presId="urn:microsoft.com/office/officeart/2005/8/layout/hierarchy6"/>
    <dgm:cxn modelId="{BE2B342B-91F6-4A51-A163-D7369020DED7}" type="presParOf" srcId="{3A584C58-94DA-4FFE-B17A-6444BD7EC646}" destId="{0AC7BECC-A458-4A8C-B1A3-00AEC1AC312A}" srcOrd="1" destOrd="0" presId="urn:microsoft.com/office/officeart/2005/8/layout/hierarchy6"/>
    <dgm:cxn modelId="{CFF6CB46-9779-4B88-8DFB-CDE0AC075EED}" type="presParOf" srcId="{0AC7BECC-A458-4A8C-B1A3-00AEC1AC312A}" destId="{5CFCB585-BE40-4FE7-A1B1-96435E30E23D}" srcOrd="0" destOrd="0" presId="urn:microsoft.com/office/officeart/2005/8/layout/hierarchy6"/>
    <dgm:cxn modelId="{353177BC-5662-43D2-919A-3DA3413DB358}" type="presParOf" srcId="{0AC7BECC-A458-4A8C-B1A3-00AEC1AC312A}" destId="{E9EE59C5-3B21-47A6-8BCF-AA10F654514D}" srcOrd="1" destOrd="0" presId="urn:microsoft.com/office/officeart/2005/8/layout/hierarchy6"/>
    <dgm:cxn modelId="{63228E0B-52C1-4A9A-9365-DFF7DC0B6D38}" type="presParOf" srcId="{E9EE59C5-3B21-47A6-8BCF-AA10F654514D}" destId="{A034A31A-1CE7-4131-92AF-6122C9C2A877}" srcOrd="0" destOrd="0" presId="urn:microsoft.com/office/officeart/2005/8/layout/hierarchy6"/>
    <dgm:cxn modelId="{67326D91-0F42-4722-997A-DDCF1A8CC525}" type="presParOf" srcId="{E9EE59C5-3B21-47A6-8BCF-AA10F654514D}" destId="{7478FD53-E9BF-4FF3-8989-0E3986DBEDBF}" srcOrd="1" destOrd="0" presId="urn:microsoft.com/office/officeart/2005/8/layout/hierarchy6"/>
    <dgm:cxn modelId="{B4DB953D-5A43-4B8C-9501-AB0F4D629A65}" type="presParOf" srcId="{7478FD53-E9BF-4FF3-8989-0E3986DBEDBF}" destId="{39C39D2B-4F03-44F5-B56C-CCD2E699290F}" srcOrd="0" destOrd="0" presId="urn:microsoft.com/office/officeart/2005/8/layout/hierarchy6"/>
    <dgm:cxn modelId="{A9C23F5A-C0F6-4F99-B244-2736775E2AA9}" type="presParOf" srcId="{7478FD53-E9BF-4FF3-8989-0E3986DBEDBF}" destId="{12CACF09-AB0B-422C-9BD1-0AD5C29BC449}" srcOrd="1" destOrd="0" presId="urn:microsoft.com/office/officeart/2005/8/layout/hierarchy6"/>
    <dgm:cxn modelId="{801C363A-0C16-496D-BF65-2BC846300618}" type="presParOf" srcId="{FF71D260-4017-4CC7-B057-28F5FE5850DD}" destId="{C588BA65-A86A-4C53-9E4D-9CFA3ECB37C6}" srcOrd="2" destOrd="0" presId="urn:microsoft.com/office/officeart/2005/8/layout/hierarchy6"/>
    <dgm:cxn modelId="{50F8ED72-EF2C-498E-A9B4-54EB163373D4}" type="presParOf" srcId="{FF71D260-4017-4CC7-B057-28F5FE5850DD}" destId="{A3E1E34B-5F6C-4284-89C7-1CC2589EBAAE}" srcOrd="3" destOrd="0" presId="urn:microsoft.com/office/officeart/2005/8/layout/hierarchy6"/>
    <dgm:cxn modelId="{29E53A79-942D-44F5-9F4C-355BC8651240}" type="presParOf" srcId="{A3E1E34B-5F6C-4284-89C7-1CC2589EBAAE}" destId="{C91F5F90-2FED-47B5-A06A-A282F5C261EA}" srcOrd="0" destOrd="0" presId="urn:microsoft.com/office/officeart/2005/8/layout/hierarchy6"/>
    <dgm:cxn modelId="{585C8F4C-E718-40FB-ACE9-ACCEB21138D4}" type="presParOf" srcId="{A3E1E34B-5F6C-4284-89C7-1CC2589EBAAE}" destId="{3EFC47F9-1FF8-4239-9FBA-1939EB3855CD}" srcOrd="1" destOrd="0" presId="urn:microsoft.com/office/officeart/2005/8/layout/hierarchy6"/>
    <dgm:cxn modelId="{21013E29-BD1B-4BAD-A8A7-22BB67F4B1A4}" type="presParOf" srcId="{FF71D260-4017-4CC7-B057-28F5FE5850DD}" destId="{E0A29603-7C7D-40EE-B736-730E0E65F850}" srcOrd="4" destOrd="0" presId="urn:microsoft.com/office/officeart/2005/8/layout/hierarchy6"/>
    <dgm:cxn modelId="{F7DD0589-3190-49EC-A070-B101E99ED651}" type="presParOf" srcId="{FF71D260-4017-4CC7-B057-28F5FE5850DD}" destId="{6EA90273-C4EA-4C73-A2C7-8B8AFC673B73}" srcOrd="5" destOrd="0" presId="urn:microsoft.com/office/officeart/2005/8/layout/hierarchy6"/>
    <dgm:cxn modelId="{EAA8CDEE-06D0-4CA6-B1EB-9B0B5378E284}" type="presParOf" srcId="{6EA90273-C4EA-4C73-A2C7-8B8AFC673B73}" destId="{BA61ACD1-0C86-45D9-9878-72C042DC45DC}" srcOrd="0" destOrd="0" presId="urn:microsoft.com/office/officeart/2005/8/layout/hierarchy6"/>
    <dgm:cxn modelId="{8684B08E-7734-4F2F-9EDD-331039B46337}" type="presParOf" srcId="{6EA90273-C4EA-4C73-A2C7-8B8AFC673B73}" destId="{2FF6071E-2475-4929-A4F7-44A4AFAC32E6}" srcOrd="1" destOrd="0" presId="urn:microsoft.com/office/officeart/2005/8/layout/hierarchy6"/>
    <dgm:cxn modelId="{11CEBA89-4E07-46A5-BB17-BA623D055309}" type="presParOf" srcId="{C38B9A37-D8DB-4274-80FC-6FB9D2344474}" destId="{40CED128-CCC3-41C1-ADFA-8983E1D100EC}" srcOrd="1" destOrd="0" presId="urn:microsoft.com/office/officeart/2005/8/layout/hierarchy6"/>
    <dgm:cxn modelId="{7239E8EC-7CEF-4BBF-9733-5FE29FE810BB}" type="presParOf" srcId="{40CED128-CCC3-41C1-ADFA-8983E1D100EC}" destId="{C38D35D2-6439-41A6-9B59-435B59F12177}" srcOrd="0" destOrd="0" presId="urn:microsoft.com/office/officeart/2005/8/layout/hierarchy6"/>
    <dgm:cxn modelId="{A4456082-E827-4120-B26C-B2013CF0A0AE}" type="presParOf" srcId="{C38D35D2-6439-41A6-9B59-435B59F12177}" destId="{F7DB71A8-E34A-4465-98E3-D2264C8D3850}" srcOrd="0" destOrd="0" presId="urn:microsoft.com/office/officeart/2005/8/layout/hierarchy6"/>
    <dgm:cxn modelId="{4B83AB3B-9D44-4F47-BC52-1CFD94955B30}" type="presParOf" srcId="{C38D35D2-6439-41A6-9B59-435B59F12177}" destId="{685F96BA-AE70-42D1-BD17-17BEC0ABEA16}" srcOrd="1" destOrd="0" presId="urn:microsoft.com/office/officeart/2005/8/layout/hierarchy6"/>
    <dgm:cxn modelId="{339BB99C-4CFD-4D6E-939A-D3019DDE648B}" type="presParOf" srcId="{40CED128-CCC3-41C1-ADFA-8983E1D100EC}" destId="{9181245C-CFD4-4344-AFA4-84B4761E9B38}" srcOrd="1" destOrd="0" presId="urn:microsoft.com/office/officeart/2005/8/layout/hierarchy6"/>
    <dgm:cxn modelId="{1B9D0261-AB26-48E7-83E1-329170227D17}" type="presParOf" srcId="{9181245C-CFD4-4344-AFA4-84B4761E9B38}" destId="{185E9C77-05C0-4662-BDF7-C076EBF0B852}" srcOrd="0" destOrd="0" presId="urn:microsoft.com/office/officeart/2005/8/layout/hierarchy6"/>
    <dgm:cxn modelId="{5770FCA1-D4E6-4722-95BC-287CE6578C58}" type="presParOf" srcId="{40CED128-CCC3-41C1-ADFA-8983E1D100EC}" destId="{6F66F657-89D1-41BC-B297-D226A401D859}" srcOrd="2" destOrd="0" presId="urn:microsoft.com/office/officeart/2005/8/layout/hierarchy6"/>
    <dgm:cxn modelId="{CA1A4A96-7C32-4B81-B7CA-FE7CE8185653}" type="presParOf" srcId="{6F66F657-89D1-41BC-B297-D226A401D859}" destId="{FDAD8D69-15B0-429F-9EF1-46EB3DF7A485}" srcOrd="0" destOrd="0" presId="urn:microsoft.com/office/officeart/2005/8/layout/hierarchy6"/>
    <dgm:cxn modelId="{AF902B7E-25CE-4CE0-95B7-15818F447562}" type="presParOf" srcId="{6F66F657-89D1-41BC-B297-D226A401D859}" destId="{F0E52B47-A2A8-4D33-8BED-77C858196C89}" srcOrd="1" destOrd="0" presId="urn:microsoft.com/office/officeart/2005/8/layout/hierarchy6"/>
    <dgm:cxn modelId="{0D6E8C97-B430-48E1-A5DF-353E25E661D7}" type="presParOf" srcId="{40CED128-CCC3-41C1-ADFA-8983E1D100EC}" destId="{2F80E379-6691-4591-981E-9C64BD3AD80C}" srcOrd="3" destOrd="0" presId="urn:microsoft.com/office/officeart/2005/8/layout/hierarchy6"/>
    <dgm:cxn modelId="{7CB695F2-CFCA-4011-A4F7-459AA5412560}" type="presParOf" srcId="{2F80E379-6691-4591-981E-9C64BD3AD80C}" destId="{609C2F35-9D8B-4F0D-A478-66B14ADBB53A}" srcOrd="0" destOrd="0" presId="urn:microsoft.com/office/officeart/2005/8/layout/hierarchy6"/>
    <dgm:cxn modelId="{55A00B04-8414-4A5F-9067-A5A870ACD21B}" type="presParOf" srcId="{40CED128-CCC3-41C1-ADFA-8983E1D100EC}" destId="{F686F4D9-C51A-4A3A-9B5E-E641C2C1B2E9}" srcOrd="4" destOrd="0" presId="urn:microsoft.com/office/officeart/2005/8/layout/hierarchy6"/>
    <dgm:cxn modelId="{C2157DAD-D299-4577-B523-178E5698D437}" type="presParOf" srcId="{F686F4D9-C51A-4A3A-9B5E-E641C2C1B2E9}" destId="{CF5D38C8-C8DE-43F1-9359-00AF7F96FE7C}" srcOrd="0" destOrd="0" presId="urn:microsoft.com/office/officeart/2005/8/layout/hierarchy6"/>
    <dgm:cxn modelId="{156FAB2B-8AED-4B46-AF97-7646B088039F}" type="presParOf" srcId="{F686F4D9-C51A-4A3A-9B5E-E641C2C1B2E9}" destId="{BAE825BB-BCC1-43B8-ADFC-70456590D75D}" srcOrd="1" destOrd="0" presId="urn:microsoft.com/office/officeart/2005/8/layout/hierarchy6"/>
    <dgm:cxn modelId="{083A1337-D666-4B58-963F-4F6C91570159}" type="presParOf" srcId="{40CED128-CCC3-41C1-ADFA-8983E1D100EC}" destId="{B47CE025-6E9C-439F-AAB9-3A8737629D06}" srcOrd="5" destOrd="0" presId="urn:microsoft.com/office/officeart/2005/8/layout/hierarchy6"/>
    <dgm:cxn modelId="{48BC0131-E060-4593-89E7-62E0A3B5DCB4}" type="presParOf" srcId="{B47CE025-6E9C-439F-AAB9-3A8737629D06}" destId="{36C97D9D-AA58-4340-AE21-AFC26DDA09C4}" srcOrd="0" destOrd="0" presId="urn:microsoft.com/office/officeart/2005/8/layout/hierarchy6"/>
    <dgm:cxn modelId="{0739DAA6-6DB2-45E2-94A7-2A91CF6A186F}" type="presParOf" srcId="{40CED128-CCC3-41C1-ADFA-8983E1D100EC}" destId="{F4683EC4-75D4-4528-940D-31647B7CD5C3}" srcOrd="6" destOrd="0" presId="urn:microsoft.com/office/officeart/2005/8/layout/hierarchy6"/>
    <dgm:cxn modelId="{FEBBA8A9-C625-4F21-A7AF-5633450CE9C6}" type="presParOf" srcId="{F4683EC4-75D4-4528-940D-31647B7CD5C3}" destId="{1E9EF9C1-FAFD-48DC-A9A9-21C7876A4707}" srcOrd="0" destOrd="0" presId="urn:microsoft.com/office/officeart/2005/8/layout/hierarchy6"/>
    <dgm:cxn modelId="{FCD0E2F4-6014-4370-94C6-6BDF1880CEBC}" type="presParOf" srcId="{F4683EC4-75D4-4528-940D-31647B7CD5C3}" destId="{1840AC31-7460-4EEE-9E6B-14B4D74E149A}" srcOrd="1" destOrd="0" presId="urn:microsoft.com/office/officeart/2005/8/layout/hierarchy6"/>
    <dgm:cxn modelId="{3305819B-3FD4-4D23-8B71-45D23E4680C0}" type="presParOf" srcId="{40CED128-CCC3-41C1-ADFA-8983E1D100EC}" destId="{14F669E2-B4DD-4D8D-9244-9F6A45FE0560}" srcOrd="7" destOrd="0" presId="urn:microsoft.com/office/officeart/2005/8/layout/hierarchy6"/>
    <dgm:cxn modelId="{97E13FB2-A5A1-47F5-BC9E-E243B2C28D47}" type="presParOf" srcId="{14F669E2-B4DD-4D8D-9244-9F6A45FE0560}" destId="{5EDA3933-B82A-47F3-B124-2CE739401481}" srcOrd="0" destOrd="0" presId="urn:microsoft.com/office/officeart/2005/8/layout/hierarchy6"/>
    <dgm:cxn modelId="{FA2AD25C-9934-4A00-A5BA-7DA3C28F1957}" type="presParOf" srcId="{40CED128-CCC3-41C1-ADFA-8983E1D100EC}" destId="{F1611B37-E732-4995-9DEE-DF79E2D94A64}" srcOrd="8" destOrd="0" presId="urn:microsoft.com/office/officeart/2005/8/layout/hierarchy6"/>
    <dgm:cxn modelId="{A31FBF9D-4D6A-40A2-A5C8-8DA9555800E2}" type="presParOf" srcId="{F1611B37-E732-4995-9DEE-DF79E2D94A64}" destId="{192853D6-51BB-4983-A40A-8CCB1B40D75B}" srcOrd="0" destOrd="0" presId="urn:microsoft.com/office/officeart/2005/8/layout/hierarchy6"/>
    <dgm:cxn modelId="{1FF4C0F6-68D7-4E31-A523-238DBF84B38B}" type="presParOf" srcId="{F1611B37-E732-4995-9DEE-DF79E2D94A64}" destId="{3CA0E6DD-6C47-4D9F-8B6C-08A30A1E109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6C3619-EF80-4023-BAB6-43EE4DFA1F4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404B8E-8592-4E1D-BFF3-C8DE05123764}">
      <dgm:prSet phldrT="[Text]"/>
      <dgm:spPr/>
      <dgm:t>
        <a:bodyPr/>
        <a:lstStyle/>
        <a:p>
          <a:r>
            <a:rPr lang="en-US" dirty="0" smtClean="0"/>
            <a:t>Data Collection</a:t>
          </a:r>
          <a:endParaRPr lang="en-US" dirty="0"/>
        </a:p>
      </dgm:t>
    </dgm:pt>
    <dgm:pt modelId="{E76DB6BF-BA65-46DF-B195-F60E2E1B41DA}" type="parTrans" cxnId="{D5D4E6A3-6AB6-4F3D-8090-69915267720B}">
      <dgm:prSet/>
      <dgm:spPr/>
      <dgm:t>
        <a:bodyPr/>
        <a:lstStyle/>
        <a:p>
          <a:endParaRPr lang="en-US"/>
        </a:p>
      </dgm:t>
    </dgm:pt>
    <dgm:pt modelId="{77432B89-A8CC-4302-8073-206138BA3D8C}" type="sibTrans" cxnId="{D5D4E6A3-6AB6-4F3D-8090-69915267720B}">
      <dgm:prSet/>
      <dgm:spPr/>
      <dgm:t>
        <a:bodyPr/>
        <a:lstStyle/>
        <a:p>
          <a:endParaRPr lang="en-US"/>
        </a:p>
      </dgm:t>
    </dgm:pt>
    <dgm:pt modelId="{E63C2CA7-B0AD-4994-9D54-64ADAC32E792}">
      <dgm:prSet phldrT="[Text]"/>
      <dgm:spPr/>
      <dgm:t>
        <a:bodyPr/>
        <a:lstStyle/>
        <a:p>
          <a:r>
            <a:rPr lang="en-US" dirty="0" smtClean="0"/>
            <a:t>Text Processing</a:t>
          </a:r>
          <a:endParaRPr lang="en-US" dirty="0"/>
        </a:p>
      </dgm:t>
    </dgm:pt>
    <dgm:pt modelId="{2D5AC260-9CB3-4607-B83E-407587713ED6}" type="parTrans" cxnId="{5C927A49-5D0F-4981-9ECC-D7DB27CD2384}">
      <dgm:prSet/>
      <dgm:spPr/>
      <dgm:t>
        <a:bodyPr/>
        <a:lstStyle/>
        <a:p>
          <a:endParaRPr lang="en-US"/>
        </a:p>
      </dgm:t>
    </dgm:pt>
    <dgm:pt modelId="{2471AB21-03F7-46EF-93DC-9F30BB7C871A}" type="sibTrans" cxnId="{5C927A49-5D0F-4981-9ECC-D7DB27CD2384}">
      <dgm:prSet/>
      <dgm:spPr/>
      <dgm:t>
        <a:bodyPr/>
        <a:lstStyle/>
        <a:p>
          <a:endParaRPr lang="en-US"/>
        </a:p>
      </dgm:t>
    </dgm:pt>
    <dgm:pt modelId="{862239BC-7174-4668-8354-DF43B93C8C61}">
      <dgm:prSet phldrT="[Text]"/>
      <dgm:spPr/>
      <dgm:t>
        <a:bodyPr/>
        <a:lstStyle/>
        <a:p>
          <a:r>
            <a:rPr lang="en-US" dirty="0" smtClean="0"/>
            <a:t>Outlier Detection</a:t>
          </a:r>
          <a:endParaRPr lang="en-US" dirty="0"/>
        </a:p>
      </dgm:t>
    </dgm:pt>
    <dgm:pt modelId="{9A64B326-1F31-4D6B-938C-F1E746F2CC9E}" type="parTrans" cxnId="{975B616E-94B2-48B4-BCB2-327D328F6A90}">
      <dgm:prSet/>
      <dgm:spPr/>
      <dgm:t>
        <a:bodyPr/>
        <a:lstStyle/>
        <a:p>
          <a:endParaRPr lang="en-US"/>
        </a:p>
      </dgm:t>
    </dgm:pt>
    <dgm:pt modelId="{AEC0EE95-4EAD-4A94-AC0C-CD0D245F97B8}" type="sibTrans" cxnId="{975B616E-94B2-48B4-BCB2-327D328F6A90}">
      <dgm:prSet/>
      <dgm:spPr/>
      <dgm:t>
        <a:bodyPr/>
        <a:lstStyle/>
        <a:p>
          <a:endParaRPr lang="en-US"/>
        </a:p>
      </dgm:t>
    </dgm:pt>
    <dgm:pt modelId="{FBE2BCB8-96E0-4686-B235-3E8BDD1DFBA7}">
      <dgm:prSet phldrT="[Text]"/>
      <dgm:spPr/>
      <dgm:t>
        <a:bodyPr/>
        <a:lstStyle/>
        <a:p>
          <a:r>
            <a:rPr lang="en-US" dirty="0" smtClean="0"/>
            <a:t>Feature Selection</a:t>
          </a:r>
          <a:endParaRPr lang="en-US" dirty="0"/>
        </a:p>
      </dgm:t>
    </dgm:pt>
    <dgm:pt modelId="{811F6ACB-1A63-4279-BF39-A0D5B9FB8E0E}" type="parTrans" cxnId="{F663129F-F8FB-4DEA-BD1B-87E7A3D4613D}">
      <dgm:prSet/>
      <dgm:spPr/>
      <dgm:t>
        <a:bodyPr/>
        <a:lstStyle/>
        <a:p>
          <a:endParaRPr lang="en-US"/>
        </a:p>
      </dgm:t>
    </dgm:pt>
    <dgm:pt modelId="{95E87236-12E3-4DAE-BE52-B5C45521B3C1}" type="sibTrans" cxnId="{F663129F-F8FB-4DEA-BD1B-87E7A3D4613D}">
      <dgm:prSet/>
      <dgm:spPr/>
      <dgm:t>
        <a:bodyPr/>
        <a:lstStyle/>
        <a:p>
          <a:endParaRPr lang="en-US"/>
        </a:p>
      </dgm:t>
    </dgm:pt>
    <dgm:pt modelId="{8C4E03AE-038A-4125-AFB1-EB8F946E6681}">
      <dgm:prSet phldrT="[Text]"/>
      <dgm:spPr/>
      <dgm:t>
        <a:bodyPr/>
        <a:lstStyle/>
        <a:p>
          <a:r>
            <a:rPr lang="en-US" dirty="0" smtClean="0"/>
            <a:t>Modeling</a:t>
          </a:r>
          <a:endParaRPr lang="en-US" dirty="0"/>
        </a:p>
      </dgm:t>
    </dgm:pt>
    <dgm:pt modelId="{E6A148DB-9A01-44F0-A27B-303096977F5B}" type="parTrans" cxnId="{65A72627-37E1-48AE-A973-BD0A004C3358}">
      <dgm:prSet/>
      <dgm:spPr/>
      <dgm:t>
        <a:bodyPr/>
        <a:lstStyle/>
        <a:p>
          <a:endParaRPr lang="en-US"/>
        </a:p>
      </dgm:t>
    </dgm:pt>
    <dgm:pt modelId="{BCDFE129-9183-43F2-B1F6-9A0B49F9611B}" type="sibTrans" cxnId="{65A72627-37E1-48AE-A973-BD0A004C3358}">
      <dgm:prSet/>
      <dgm:spPr/>
      <dgm:t>
        <a:bodyPr/>
        <a:lstStyle/>
        <a:p>
          <a:endParaRPr lang="en-US"/>
        </a:p>
      </dgm:t>
    </dgm:pt>
    <dgm:pt modelId="{7E6F8C22-469D-4605-9EED-9EE0E3C9F95F}" type="pres">
      <dgm:prSet presAssocID="{1D6C3619-EF80-4023-BAB6-43EE4DFA1F4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8FF227D-5C52-4317-8427-D3A8DD3992F1}" type="pres">
      <dgm:prSet presAssocID="{26404B8E-8592-4E1D-BFF3-C8DE05123764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C1670F-EEDF-467D-964D-3E381533EEB8}" type="pres">
      <dgm:prSet presAssocID="{77432B89-A8CC-4302-8073-206138BA3D8C}" presName="sibTrans" presStyleLbl="sibTrans2D1" presStyleIdx="0" presStyleCnt="4"/>
      <dgm:spPr/>
      <dgm:t>
        <a:bodyPr/>
        <a:lstStyle/>
        <a:p>
          <a:endParaRPr lang="en-US"/>
        </a:p>
      </dgm:t>
    </dgm:pt>
    <dgm:pt modelId="{EBC0CF18-B8AC-44D1-988E-F5268094462E}" type="pres">
      <dgm:prSet presAssocID="{77432B89-A8CC-4302-8073-206138BA3D8C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43C1FBEF-4019-4267-A9D6-6506FEE04070}" type="pres">
      <dgm:prSet presAssocID="{E63C2CA7-B0AD-4994-9D54-64ADAC32E792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B6D5D0-17BD-40E4-B6A4-4C815DC6AF3B}" type="pres">
      <dgm:prSet presAssocID="{2471AB21-03F7-46EF-93DC-9F30BB7C871A}" presName="sibTrans" presStyleLbl="sibTrans2D1" presStyleIdx="1" presStyleCnt="4"/>
      <dgm:spPr/>
      <dgm:t>
        <a:bodyPr/>
        <a:lstStyle/>
        <a:p>
          <a:endParaRPr lang="en-US"/>
        </a:p>
      </dgm:t>
    </dgm:pt>
    <dgm:pt modelId="{BD04B99A-8B9E-49C4-BC56-08F8FF5A5031}" type="pres">
      <dgm:prSet presAssocID="{2471AB21-03F7-46EF-93DC-9F30BB7C871A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E0D2E720-E6C2-4F69-9DAD-80741FB916A9}" type="pres">
      <dgm:prSet presAssocID="{862239BC-7174-4668-8354-DF43B93C8C6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33ACB6-22FF-4C4C-8C7D-B219B0664DE8}" type="pres">
      <dgm:prSet presAssocID="{AEC0EE95-4EAD-4A94-AC0C-CD0D245F97B8}" presName="sibTrans" presStyleLbl="sibTrans2D1" presStyleIdx="2" presStyleCnt="4"/>
      <dgm:spPr/>
      <dgm:t>
        <a:bodyPr/>
        <a:lstStyle/>
        <a:p>
          <a:endParaRPr lang="en-US"/>
        </a:p>
      </dgm:t>
    </dgm:pt>
    <dgm:pt modelId="{6F9A330D-ECB8-4869-9BBA-F5197EAFDEA4}" type="pres">
      <dgm:prSet presAssocID="{AEC0EE95-4EAD-4A94-AC0C-CD0D245F97B8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1BA383D9-E648-4CCC-9DC1-A3C962D27925}" type="pres">
      <dgm:prSet presAssocID="{FBE2BCB8-96E0-4686-B235-3E8BDD1DFBA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BACD98-070C-4ABB-B18C-97C9997ED00D}" type="pres">
      <dgm:prSet presAssocID="{95E87236-12E3-4DAE-BE52-B5C45521B3C1}" presName="sibTrans" presStyleLbl="sibTrans2D1" presStyleIdx="3" presStyleCnt="4"/>
      <dgm:spPr/>
      <dgm:t>
        <a:bodyPr/>
        <a:lstStyle/>
        <a:p>
          <a:endParaRPr lang="en-US"/>
        </a:p>
      </dgm:t>
    </dgm:pt>
    <dgm:pt modelId="{BB40B1AC-799F-4CA7-B3F4-2730971223A7}" type="pres">
      <dgm:prSet presAssocID="{95E87236-12E3-4DAE-BE52-B5C45521B3C1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5FF86C41-D790-40BB-ADE8-54629326D23C}" type="pres">
      <dgm:prSet presAssocID="{8C4E03AE-038A-4125-AFB1-EB8F946E6681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190DF3-9D48-4471-8632-1CC7C08BFCF4}" type="presOf" srcId="{95E87236-12E3-4DAE-BE52-B5C45521B3C1}" destId="{3ABACD98-070C-4ABB-B18C-97C9997ED00D}" srcOrd="0" destOrd="0" presId="urn:microsoft.com/office/officeart/2005/8/layout/process5"/>
    <dgm:cxn modelId="{710A8511-B12F-4660-8265-2F5F6D70A0E2}" type="presOf" srcId="{8C4E03AE-038A-4125-AFB1-EB8F946E6681}" destId="{5FF86C41-D790-40BB-ADE8-54629326D23C}" srcOrd="0" destOrd="0" presId="urn:microsoft.com/office/officeart/2005/8/layout/process5"/>
    <dgm:cxn modelId="{D5D4E6A3-6AB6-4F3D-8090-69915267720B}" srcId="{1D6C3619-EF80-4023-BAB6-43EE4DFA1F4F}" destId="{26404B8E-8592-4E1D-BFF3-C8DE05123764}" srcOrd="0" destOrd="0" parTransId="{E76DB6BF-BA65-46DF-B195-F60E2E1B41DA}" sibTransId="{77432B89-A8CC-4302-8073-206138BA3D8C}"/>
    <dgm:cxn modelId="{F663129F-F8FB-4DEA-BD1B-87E7A3D4613D}" srcId="{1D6C3619-EF80-4023-BAB6-43EE4DFA1F4F}" destId="{FBE2BCB8-96E0-4686-B235-3E8BDD1DFBA7}" srcOrd="3" destOrd="0" parTransId="{811F6ACB-1A63-4279-BF39-A0D5B9FB8E0E}" sibTransId="{95E87236-12E3-4DAE-BE52-B5C45521B3C1}"/>
    <dgm:cxn modelId="{6A7660ED-8CA7-4D0F-9C3F-D9CC20CF7294}" type="presOf" srcId="{77432B89-A8CC-4302-8073-206138BA3D8C}" destId="{F4C1670F-EEDF-467D-964D-3E381533EEB8}" srcOrd="0" destOrd="0" presId="urn:microsoft.com/office/officeart/2005/8/layout/process5"/>
    <dgm:cxn modelId="{355F9AC4-8D7B-4178-95F0-F33A3BEEFECE}" type="presOf" srcId="{2471AB21-03F7-46EF-93DC-9F30BB7C871A}" destId="{39B6D5D0-17BD-40E4-B6A4-4C815DC6AF3B}" srcOrd="0" destOrd="0" presId="urn:microsoft.com/office/officeart/2005/8/layout/process5"/>
    <dgm:cxn modelId="{975B616E-94B2-48B4-BCB2-327D328F6A90}" srcId="{1D6C3619-EF80-4023-BAB6-43EE4DFA1F4F}" destId="{862239BC-7174-4668-8354-DF43B93C8C61}" srcOrd="2" destOrd="0" parTransId="{9A64B326-1F31-4D6B-938C-F1E746F2CC9E}" sibTransId="{AEC0EE95-4EAD-4A94-AC0C-CD0D245F97B8}"/>
    <dgm:cxn modelId="{5B568CD1-63D1-411F-8B33-4168FAE0D842}" type="presOf" srcId="{AEC0EE95-4EAD-4A94-AC0C-CD0D245F97B8}" destId="{6F9A330D-ECB8-4869-9BBA-F5197EAFDEA4}" srcOrd="1" destOrd="0" presId="urn:microsoft.com/office/officeart/2005/8/layout/process5"/>
    <dgm:cxn modelId="{5C927A49-5D0F-4981-9ECC-D7DB27CD2384}" srcId="{1D6C3619-EF80-4023-BAB6-43EE4DFA1F4F}" destId="{E63C2CA7-B0AD-4994-9D54-64ADAC32E792}" srcOrd="1" destOrd="0" parTransId="{2D5AC260-9CB3-4607-B83E-407587713ED6}" sibTransId="{2471AB21-03F7-46EF-93DC-9F30BB7C871A}"/>
    <dgm:cxn modelId="{E69BBAEE-C60A-4435-B1A7-F78D7F5AD3B8}" type="presOf" srcId="{95E87236-12E3-4DAE-BE52-B5C45521B3C1}" destId="{BB40B1AC-799F-4CA7-B3F4-2730971223A7}" srcOrd="1" destOrd="0" presId="urn:microsoft.com/office/officeart/2005/8/layout/process5"/>
    <dgm:cxn modelId="{BFF5CA26-41B6-45E1-8962-0ECEDC390AD7}" type="presOf" srcId="{FBE2BCB8-96E0-4686-B235-3E8BDD1DFBA7}" destId="{1BA383D9-E648-4CCC-9DC1-A3C962D27925}" srcOrd="0" destOrd="0" presId="urn:microsoft.com/office/officeart/2005/8/layout/process5"/>
    <dgm:cxn modelId="{AED6672C-9CF5-432E-B2CA-6D713E7FDDA5}" type="presOf" srcId="{77432B89-A8CC-4302-8073-206138BA3D8C}" destId="{EBC0CF18-B8AC-44D1-988E-F5268094462E}" srcOrd="1" destOrd="0" presId="urn:microsoft.com/office/officeart/2005/8/layout/process5"/>
    <dgm:cxn modelId="{6BBF5FBA-F6D1-49D8-8184-648768906866}" type="presOf" srcId="{862239BC-7174-4668-8354-DF43B93C8C61}" destId="{E0D2E720-E6C2-4F69-9DAD-80741FB916A9}" srcOrd="0" destOrd="0" presId="urn:microsoft.com/office/officeart/2005/8/layout/process5"/>
    <dgm:cxn modelId="{0090F1C5-B8EF-48C3-BEEF-20B4AC5DA06E}" type="presOf" srcId="{AEC0EE95-4EAD-4A94-AC0C-CD0D245F97B8}" destId="{1B33ACB6-22FF-4C4C-8C7D-B219B0664DE8}" srcOrd="0" destOrd="0" presId="urn:microsoft.com/office/officeart/2005/8/layout/process5"/>
    <dgm:cxn modelId="{70C3782E-806B-4553-8259-85D8F57AD9DA}" type="presOf" srcId="{1D6C3619-EF80-4023-BAB6-43EE4DFA1F4F}" destId="{7E6F8C22-469D-4605-9EED-9EE0E3C9F95F}" srcOrd="0" destOrd="0" presId="urn:microsoft.com/office/officeart/2005/8/layout/process5"/>
    <dgm:cxn modelId="{791B348D-6CAA-4A9B-96BA-00EDF4830A23}" type="presOf" srcId="{E63C2CA7-B0AD-4994-9D54-64ADAC32E792}" destId="{43C1FBEF-4019-4267-A9D6-6506FEE04070}" srcOrd="0" destOrd="0" presId="urn:microsoft.com/office/officeart/2005/8/layout/process5"/>
    <dgm:cxn modelId="{65A72627-37E1-48AE-A973-BD0A004C3358}" srcId="{1D6C3619-EF80-4023-BAB6-43EE4DFA1F4F}" destId="{8C4E03AE-038A-4125-AFB1-EB8F946E6681}" srcOrd="4" destOrd="0" parTransId="{E6A148DB-9A01-44F0-A27B-303096977F5B}" sibTransId="{BCDFE129-9183-43F2-B1F6-9A0B49F9611B}"/>
    <dgm:cxn modelId="{C03FA1E1-8FE8-459A-9E2A-E2D7D44801D4}" type="presOf" srcId="{2471AB21-03F7-46EF-93DC-9F30BB7C871A}" destId="{BD04B99A-8B9E-49C4-BC56-08F8FF5A5031}" srcOrd="1" destOrd="0" presId="urn:microsoft.com/office/officeart/2005/8/layout/process5"/>
    <dgm:cxn modelId="{C22673FB-4A47-4A42-982A-6EDD957C40F7}" type="presOf" srcId="{26404B8E-8592-4E1D-BFF3-C8DE05123764}" destId="{D8FF227D-5C52-4317-8427-D3A8DD3992F1}" srcOrd="0" destOrd="0" presId="urn:microsoft.com/office/officeart/2005/8/layout/process5"/>
    <dgm:cxn modelId="{D2901023-E159-4B50-B39F-26EDEDCE2C1A}" type="presParOf" srcId="{7E6F8C22-469D-4605-9EED-9EE0E3C9F95F}" destId="{D8FF227D-5C52-4317-8427-D3A8DD3992F1}" srcOrd="0" destOrd="0" presId="urn:microsoft.com/office/officeart/2005/8/layout/process5"/>
    <dgm:cxn modelId="{E871394D-EC72-453E-A4AA-93557F085A2E}" type="presParOf" srcId="{7E6F8C22-469D-4605-9EED-9EE0E3C9F95F}" destId="{F4C1670F-EEDF-467D-964D-3E381533EEB8}" srcOrd="1" destOrd="0" presId="urn:microsoft.com/office/officeart/2005/8/layout/process5"/>
    <dgm:cxn modelId="{FC67F308-1245-4346-9E1E-CCF76E844A94}" type="presParOf" srcId="{F4C1670F-EEDF-467D-964D-3E381533EEB8}" destId="{EBC0CF18-B8AC-44D1-988E-F5268094462E}" srcOrd="0" destOrd="0" presId="urn:microsoft.com/office/officeart/2005/8/layout/process5"/>
    <dgm:cxn modelId="{D4B771C9-6E3C-44F0-8267-7A0C0C1EA22B}" type="presParOf" srcId="{7E6F8C22-469D-4605-9EED-9EE0E3C9F95F}" destId="{43C1FBEF-4019-4267-A9D6-6506FEE04070}" srcOrd="2" destOrd="0" presId="urn:microsoft.com/office/officeart/2005/8/layout/process5"/>
    <dgm:cxn modelId="{3A40C367-8939-4554-8120-A4A24F7B5302}" type="presParOf" srcId="{7E6F8C22-469D-4605-9EED-9EE0E3C9F95F}" destId="{39B6D5D0-17BD-40E4-B6A4-4C815DC6AF3B}" srcOrd="3" destOrd="0" presId="urn:microsoft.com/office/officeart/2005/8/layout/process5"/>
    <dgm:cxn modelId="{626C8B46-DA78-4BB5-AD94-03F7FAF5D45D}" type="presParOf" srcId="{39B6D5D0-17BD-40E4-B6A4-4C815DC6AF3B}" destId="{BD04B99A-8B9E-49C4-BC56-08F8FF5A5031}" srcOrd="0" destOrd="0" presId="urn:microsoft.com/office/officeart/2005/8/layout/process5"/>
    <dgm:cxn modelId="{1960246E-1B73-4D4D-844E-F92FB94E75D4}" type="presParOf" srcId="{7E6F8C22-469D-4605-9EED-9EE0E3C9F95F}" destId="{E0D2E720-E6C2-4F69-9DAD-80741FB916A9}" srcOrd="4" destOrd="0" presId="urn:microsoft.com/office/officeart/2005/8/layout/process5"/>
    <dgm:cxn modelId="{64806EF9-0136-47BF-864F-B29CF72DCC0C}" type="presParOf" srcId="{7E6F8C22-469D-4605-9EED-9EE0E3C9F95F}" destId="{1B33ACB6-22FF-4C4C-8C7D-B219B0664DE8}" srcOrd="5" destOrd="0" presId="urn:microsoft.com/office/officeart/2005/8/layout/process5"/>
    <dgm:cxn modelId="{049680AD-2031-44EF-9BC4-8349C2A42320}" type="presParOf" srcId="{1B33ACB6-22FF-4C4C-8C7D-B219B0664DE8}" destId="{6F9A330D-ECB8-4869-9BBA-F5197EAFDEA4}" srcOrd="0" destOrd="0" presId="urn:microsoft.com/office/officeart/2005/8/layout/process5"/>
    <dgm:cxn modelId="{3C7082C6-CD99-408E-A72A-98ED8EE98E7D}" type="presParOf" srcId="{7E6F8C22-469D-4605-9EED-9EE0E3C9F95F}" destId="{1BA383D9-E648-4CCC-9DC1-A3C962D27925}" srcOrd="6" destOrd="0" presId="urn:microsoft.com/office/officeart/2005/8/layout/process5"/>
    <dgm:cxn modelId="{9886F5A3-F692-4DA9-ABB5-59D12ECA27AE}" type="presParOf" srcId="{7E6F8C22-469D-4605-9EED-9EE0E3C9F95F}" destId="{3ABACD98-070C-4ABB-B18C-97C9997ED00D}" srcOrd="7" destOrd="0" presId="urn:microsoft.com/office/officeart/2005/8/layout/process5"/>
    <dgm:cxn modelId="{57CBA25E-55B8-4C24-87F9-7DB3B400B8DE}" type="presParOf" srcId="{3ABACD98-070C-4ABB-B18C-97C9997ED00D}" destId="{BB40B1AC-799F-4CA7-B3F4-2730971223A7}" srcOrd="0" destOrd="0" presId="urn:microsoft.com/office/officeart/2005/8/layout/process5"/>
    <dgm:cxn modelId="{0BBA7A25-3B7E-4323-B215-6822F0E0807D}" type="presParOf" srcId="{7E6F8C22-469D-4605-9EED-9EE0E3C9F95F}" destId="{5FF86C41-D790-40BB-ADE8-54629326D23C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853D6-51BB-4983-A40A-8CCB1B40D75B}">
      <dsp:nvSpPr>
        <dsp:cNvPr id="0" name=""/>
        <dsp:cNvSpPr/>
      </dsp:nvSpPr>
      <dsp:spPr>
        <a:xfrm>
          <a:off x="0" y="3718699"/>
          <a:ext cx="8229600" cy="794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Job Description</a:t>
          </a:r>
          <a:endParaRPr lang="en-US" sz="2000" kern="1200" dirty="0"/>
        </a:p>
      </dsp:txBody>
      <dsp:txXfrm>
        <a:off x="0" y="3718699"/>
        <a:ext cx="2468880" cy="794027"/>
      </dsp:txXfrm>
    </dsp:sp>
    <dsp:sp modelId="{1E9EF9C1-FAFD-48DC-A9A9-21C7876A4707}">
      <dsp:nvSpPr>
        <dsp:cNvPr id="0" name=""/>
        <dsp:cNvSpPr/>
      </dsp:nvSpPr>
      <dsp:spPr>
        <a:xfrm>
          <a:off x="0" y="2792333"/>
          <a:ext cx="8229600" cy="794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Detailed Occupation</a:t>
          </a:r>
          <a:endParaRPr lang="en-US" sz="2000" kern="1200" dirty="0"/>
        </a:p>
      </dsp:txBody>
      <dsp:txXfrm>
        <a:off x="0" y="2792333"/>
        <a:ext cx="2468880" cy="794027"/>
      </dsp:txXfrm>
    </dsp:sp>
    <dsp:sp modelId="{CF5D38C8-C8DE-43F1-9359-00AF7F96FE7C}">
      <dsp:nvSpPr>
        <dsp:cNvPr id="0" name=""/>
        <dsp:cNvSpPr/>
      </dsp:nvSpPr>
      <dsp:spPr>
        <a:xfrm>
          <a:off x="0" y="1865967"/>
          <a:ext cx="8229600" cy="794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Broad Group</a:t>
          </a:r>
          <a:endParaRPr lang="en-US" sz="2000" kern="1200" dirty="0"/>
        </a:p>
      </dsp:txBody>
      <dsp:txXfrm>
        <a:off x="0" y="1865967"/>
        <a:ext cx="2468880" cy="794027"/>
      </dsp:txXfrm>
    </dsp:sp>
    <dsp:sp modelId="{FDAD8D69-15B0-429F-9EF1-46EB3DF7A485}">
      <dsp:nvSpPr>
        <dsp:cNvPr id="0" name=""/>
        <dsp:cNvSpPr/>
      </dsp:nvSpPr>
      <dsp:spPr>
        <a:xfrm>
          <a:off x="0" y="939601"/>
          <a:ext cx="8229600" cy="794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Minor Group</a:t>
          </a:r>
          <a:endParaRPr lang="en-US" sz="2000" kern="1200" dirty="0"/>
        </a:p>
      </dsp:txBody>
      <dsp:txXfrm>
        <a:off x="0" y="939601"/>
        <a:ext cx="2468880" cy="794027"/>
      </dsp:txXfrm>
    </dsp:sp>
    <dsp:sp modelId="{F7DB71A8-E34A-4465-98E3-D2264C8D3850}">
      <dsp:nvSpPr>
        <dsp:cNvPr id="0" name=""/>
        <dsp:cNvSpPr/>
      </dsp:nvSpPr>
      <dsp:spPr>
        <a:xfrm>
          <a:off x="0" y="13236"/>
          <a:ext cx="8229600" cy="794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Major Group</a:t>
          </a:r>
          <a:endParaRPr lang="en-US" sz="2000" kern="1200" dirty="0"/>
        </a:p>
      </dsp:txBody>
      <dsp:txXfrm>
        <a:off x="0" y="13236"/>
        <a:ext cx="2468880" cy="794027"/>
      </dsp:txXfrm>
    </dsp:sp>
    <dsp:sp modelId="{8CD5CD44-2CEA-43BB-B8A7-809E9AD3FC76}">
      <dsp:nvSpPr>
        <dsp:cNvPr id="0" name=""/>
        <dsp:cNvSpPr/>
      </dsp:nvSpPr>
      <dsp:spPr>
        <a:xfrm>
          <a:off x="5029202" y="79405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i="0" u="none" kern="1200" dirty="0" smtClean="0"/>
            <a:t>Sales and 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i="0" u="none" kern="1200" dirty="0" smtClean="0"/>
            <a:t>Related Occupations</a:t>
          </a:r>
          <a:endParaRPr lang="en-US" sz="1000" kern="1200" dirty="0"/>
        </a:p>
      </dsp:txBody>
      <dsp:txXfrm>
        <a:off x="5048582" y="98785"/>
        <a:ext cx="953774" cy="622929"/>
      </dsp:txXfrm>
    </dsp:sp>
    <dsp:sp modelId="{766CFB2F-A498-46D9-BE7C-29E2543AF539}">
      <dsp:nvSpPr>
        <dsp:cNvPr id="0" name=""/>
        <dsp:cNvSpPr/>
      </dsp:nvSpPr>
      <dsp:spPr>
        <a:xfrm>
          <a:off x="5479749" y="741094"/>
          <a:ext cx="91440" cy="2495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95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86516E-359B-403E-8BBD-41660DFF180B}">
      <dsp:nvSpPr>
        <dsp:cNvPr id="0" name=""/>
        <dsp:cNvSpPr/>
      </dsp:nvSpPr>
      <dsp:spPr>
        <a:xfrm>
          <a:off x="5029202" y="990598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Sales Representatives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 Services</a:t>
          </a:r>
          <a:endParaRPr lang="en-US" sz="1000" kern="1200" dirty="0"/>
        </a:p>
      </dsp:txBody>
      <dsp:txXfrm>
        <a:off x="5048582" y="1009978"/>
        <a:ext cx="953774" cy="622929"/>
      </dsp:txXfrm>
    </dsp:sp>
    <dsp:sp modelId="{1BB92BF2-CB21-478D-9E6C-48C94084BF93}">
      <dsp:nvSpPr>
        <dsp:cNvPr id="0" name=""/>
        <dsp:cNvSpPr/>
      </dsp:nvSpPr>
      <dsp:spPr>
        <a:xfrm>
          <a:off x="4992071" y="1652288"/>
          <a:ext cx="533398" cy="328912"/>
        </a:xfrm>
        <a:custGeom>
          <a:avLst/>
          <a:gdLst/>
          <a:ahLst/>
          <a:cxnLst/>
          <a:rect l="0" t="0" r="0" b="0"/>
          <a:pathLst>
            <a:path>
              <a:moveTo>
                <a:pt x="533398" y="0"/>
              </a:moveTo>
              <a:lnTo>
                <a:pt x="533398" y="164456"/>
              </a:lnTo>
              <a:lnTo>
                <a:pt x="0" y="164456"/>
              </a:lnTo>
              <a:lnTo>
                <a:pt x="0" y="3289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CBCA2-3F74-4BA4-8C55-C493285D7D03}">
      <dsp:nvSpPr>
        <dsp:cNvPr id="0" name=""/>
        <dsp:cNvSpPr/>
      </dsp:nvSpPr>
      <dsp:spPr>
        <a:xfrm>
          <a:off x="4495804" y="1981200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Advertising Sales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 Agents</a:t>
          </a:r>
          <a:endParaRPr lang="en-US" sz="1000" kern="1200" dirty="0"/>
        </a:p>
      </dsp:txBody>
      <dsp:txXfrm>
        <a:off x="4515184" y="2000580"/>
        <a:ext cx="953774" cy="622929"/>
      </dsp:txXfrm>
    </dsp:sp>
    <dsp:sp modelId="{4E88DB0B-5221-4612-A8C2-D38B99E4E9DA}">
      <dsp:nvSpPr>
        <dsp:cNvPr id="0" name=""/>
        <dsp:cNvSpPr/>
      </dsp:nvSpPr>
      <dsp:spPr>
        <a:xfrm>
          <a:off x="4944415" y="2642890"/>
          <a:ext cx="91440" cy="215611"/>
        </a:xfrm>
        <a:custGeom>
          <a:avLst/>
          <a:gdLst/>
          <a:ahLst/>
          <a:cxnLst/>
          <a:rect l="0" t="0" r="0" b="0"/>
          <a:pathLst>
            <a:path>
              <a:moveTo>
                <a:pt x="47655" y="0"/>
              </a:moveTo>
              <a:lnTo>
                <a:pt x="47655" y="107805"/>
              </a:lnTo>
              <a:lnTo>
                <a:pt x="45720" y="107805"/>
              </a:lnTo>
              <a:lnTo>
                <a:pt x="45720" y="21561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C5561-427F-41A7-A71A-B68B85F1B319}">
      <dsp:nvSpPr>
        <dsp:cNvPr id="0" name=""/>
        <dsp:cNvSpPr/>
      </dsp:nvSpPr>
      <dsp:spPr>
        <a:xfrm>
          <a:off x="4493868" y="2858502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Advertising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 Executive</a:t>
          </a:r>
          <a:endParaRPr lang="en-US" sz="1000" kern="1200" dirty="0"/>
        </a:p>
      </dsp:txBody>
      <dsp:txXfrm>
        <a:off x="4513248" y="2877882"/>
        <a:ext cx="953774" cy="622929"/>
      </dsp:txXfrm>
    </dsp:sp>
    <dsp:sp modelId="{81845DFB-CED9-43DC-BCFF-FD66F784635A}">
      <dsp:nvSpPr>
        <dsp:cNvPr id="0" name=""/>
        <dsp:cNvSpPr/>
      </dsp:nvSpPr>
      <dsp:spPr>
        <a:xfrm>
          <a:off x="4944415" y="3520192"/>
          <a:ext cx="91440" cy="2646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46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30C296-061C-4111-8712-046E89CBCFE1}">
      <dsp:nvSpPr>
        <dsp:cNvPr id="0" name=""/>
        <dsp:cNvSpPr/>
      </dsp:nvSpPr>
      <dsp:spPr>
        <a:xfrm>
          <a:off x="4493868" y="3784868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Sell or solicit advertising space, time, or media in …</a:t>
          </a:r>
          <a:endParaRPr lang="en-US" sz="1000" kern="1200" dirty="0"/>
        </a:p>
      </dsp:txBody>
      <dsp:txXfrm>
        <a:off x="4513248" y="3804248"/>
        <a:ext cx="953774" cy="622929"/>
      </dsp:txXfrm>
    </dsp:sp>
    <dsp:sp modelId="{049745BD-B89A-4F96-8B15-AF5EC15EEC15}">
      <dsp:nvSpPr>
        <dsp:cNvPr id="0" name=""/>
        <dsp:cNvSpPr/>
      </dsp:nvSpPr>
      <dsp:spPr>
        <a:xfrm>
          <a:off x="5525469" y="1652288"/>
          <a:ext cx="761998" cy="32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456"/>
              </a:lnTo>
              <a:lnTo>
                <a:pt x="761998" y="164456"/>
              </a:lnTo>
              <a:lnTo>
                <a:pt x="761998" y="3289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B8D1F-29BD-4495-A7EB-26D67773EB8C}">
      <dsp:nvSpPr>
        <dsp:cNvPr id="0" name=""/>
        <dsp:cNvSpPr/>
      </dsp:nvSpPr>
      <dsp:spPr>
        <a:xfrm>
          <a:off x="5791200" y="1981200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Insurance Sales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 Agents</a:t>
          </a:r>
          <a:endParaRPr lang="en-US" sz="1000" kern="1200" dirty="0"/>
        </a:p>
      </dsp:txBody>
      <dsp:txXfrm>
        <a:off x="5810580" y="2000580"/>
        <a:ext cx="953774" cy="622929"/>
      </dsp:txXfrm>
    </dsp:sp>
    <dsp:sp modelId="{C28F5BCE-60B9-4AF7-A275-C30387649F68}">
      <dsp:nvSpPr>
        <dsp:cNvPr id="0" name=""/>
        <dsp:cNvSpPr/>
      </dsp:nvSpPr>
      <dsp:spPr>
        <a:xfrm>
          <a:off x="6241748" y="2642890"/>
          <a:ext cx="91440" cy="1765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65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FCB585-BE40-4FE7-A1B1-96435E30E23D}">
      <dsp:nvSpPr>
        <dsp:cNvPr id="0" name=""/>
        <dsp:cNvSpPr/>
      </dsp:nvSpPr>
      <dsp:spPr>
        <a:xfrm>
          <a:off x="5791200" y="2819403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Insurance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 Agent</a:t>
          </a:r>
          <a:endParaRPr lang="en-US" sz="1000" kern="1200" dirty="0"/>
        </a:p>
      </dsp:txBody>
      <dsp:txXfrm>
        <a:off x="5810580" y="2838783"/>
        <a:ext cx="953774" cy="622929"/>
      </dsp:txXfrm>
    </dsp:sp>
    <dsp:sp modelId="{A034A31A-1CE7-4131-92AF-6122C9C2A877}">
      <dsp:nvSpPr>
        <dsp:cNvPr id="0" name=""/>
        <dsp:cNvSpPr/>
      </dsp:nvSpPr>
      <dsp:spPr>
        <a:xfrm>
          <a:off x="6239812" y="3481092"/>
          <a:ext cx="91440" cy="328906"/>
        </a:xfrm>
        <a:custGeom>
          <a:avLst/>
          <a:gdLst/>
          <a:ahLst/>
          <a:cxnLst/>
          <a:rect l="0" t="0" r="0" b="0"/>
          <a:pathLst>
            <a:path>
              <a:moveTo>
                <a:pt x="47655" y="0"/>
              </a:moveTo>
              <a:lnTo>
                <a:pt x="47655" y="164453"/>
              </a:lnTo>
              <a:lnTo>
                <a:pt x="45720" y="164453"/>
              </a:lnTo>
              <a:lnTo>
                <a:pt x="45720" y="3289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39D2B-4F03-44F5-B56C-CCD2E699290F}">
      <dsp:nvSpPr>
        <dsp:cNvPr id="0" name=""/>
        <dsp:cNvSpPr/>
      </dsp:nvSpPr>
      <dsp:spPr>
        <a:xfrm>
          <a:off x="5789265" y="3809999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Sell life, property, casualty, health, automotive …</a:t>
          </a:r>
          <a:endParaRPr lang="en-US" sz="1000" kern="1200" dirty="0"/>
        </a:p>
      </dsp:txBody>
      <dsp:txXfrm>
        <a:off x="5808645" y="3829379"/>
        <a:ext cx="953774" cy="622929"/>
      </dsp:txXfrm>
    </dsp:sp>
    <dsp:sp modelId="{C588BA65-A86A-4C53-9E4D-9CFA3ECB37C6}">
      <dsp:nvSpPr>
        <dsp:cNvPr id="0" name=""/>
        <dsp:cNvSpPr/>
      </dsp:nvSpPr>
      <dsp:spPr>
        <a:xfrm>
          <a:off x="4306269" y="741094"/>
          <a:ext cx="1219199" cy="249503"/>
        </a:xfrm>
        <a:custGeom>
          <a:avLst/>
          <a:gdLst/>
          <a:ahLst/>
          <a:cxnLst/>
          <a:rect l="0" t="0" r="0" b="0"/>
          <a:pathLst>
            <a:path>
              <a:moveTo>
                <a:pt x="1219199" y="0"/>
              </a:moveTo>
              <a:lnTo>
                <a:pt x="1219199" y="124751"/>
              </a:lnTo>
              <a:lnTo>
                <a:pt x="0" y="124751"/>
              </a:lnTo>
              <a:lnTo>
                <a:pt x="0" y="2495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1F5F90-2FED-47B5-A06A-A282F5C261EA}">
      <dsp:nvSpPr>
        <dsp:cNvPr id="0" name=""/>
        <dsp:cNvSpPr/>
      </dsp:nvSpPr>
      <dsp:spPr>
        <a:xfrm>
          <a:off x="3810002" y="990598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Supervisors of Sales Workers</a:t>
          </a:r>
          <a:endParaRPr lang="en-US" sz="1200" kern="1200"/>
        </a:p>
      </dsp:txBody>
      <dsp:txXfrm>
        <a:off x="3829382" y="1009978"/>
        <a:ext cx="953774" cy="622929"/>
      </dsp:txXfrm>
    </dsp:sp>
    <dsp:sp modelId="{E0A29603-7C7D-40EE-B736-730E0E65F850}">
      <dsp:nvSpPr>
        <dsp:cNvPr id="0" name=""/>
        <dsp:cNvSpPr/>
      </dsp:nvSpPr>
      <dsp:spPr>
        <a:xfrm>
          <a:off x="5525469" y="741094"/>
          <a:ext cx="1354343" cy="264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337"/>
              </a:lnTo>
              <a:lnTo>
                <a:pt x="1354343" y="132337"/>
              </a:lnTo>
              <a:lnTo>
                <a:pt x="1354343" y="26467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1ACD1-0C86-45D9-9878-72C042DC45DC}">
      <dsp:nvSpPr>
        <dsp:cNvPr id="0" name=""/>
        <dsp:cNvSpPr/>
      </dsp:nvSpPr>
      <dsp:spPr>
        <a:xfrm>
          <a:off x="6383545" y="1005770"/>
          <a:ext cx="992534" cy="6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Retail Sales Workers</a:t>
          </a:r>
        </a:p>
      </dsp:txBody>
      <dsp:txXfrm>
        <a:off x="6402925" y="1025150"/>
        <a:ext cx="953774" cy="622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F227D-5C52-4317-8427-D3A8DD3992F1}">
      <dsp:nvSpPr>
        <dsp:cNvPr id="0" name=""/>
        <dsp:cNvSpPr/>
      </dsp:nvSpPr>
      <dsp:spPr>
        <a:xfrm>
          <a:off x="7233" y="533479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Data Collection</a:t>
          </a:r>
          <a:endParaRPr lang="en-US" sz="3300" kern="1200" dirty="0"/>
        </a:p>
      </dsp:txBody>
      <dsp:txXfrm>
        <a:off x="45225" y="571471"/>
        <a:ext cx="2085893" cy="1221142"/>
      </dsp:txXfrm>
    </dsp:sp>
    <dsp:sp modelId="{F4C1670F-EEDF-467D-964D-3E381533EEB8}">
      <dsp:nvSpPr>
        <dsp:cNvPr id="0" name=""/>
        <dsp:cNvSpPr/>
      </dsp:nvSpPr>
      <dsp:spPr>
        <a:xfrm>
          <a:off x="2359355" y="913970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59355" y="1021199"/>
        <a:ext cx="320822" cy="321687"/>
      </dsp:txXfrm>
    </dsp:sp>
    <dsp:sp modelId="{43C1FBEF-4019-4267-A9D6-6506FEE04070}">
      <dsp:nvSpPr>
        <dsp:cNvPr id="0" name=""/>
        <dsp:cNvSpPr/>
      </dsp:nvSpPr>
      <dsp:spPr>
        <a:xfrm>
          <a:off x="3033861" y="533479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Text Processing</a:t>
          </a:r>
          <a:endParaRPr lang="en-US" sz="3300" kern="1200" dirty="0"/>
        </a:p>
      </dsp:txBody>
      <dsp:txXfrm>
        <a:off x="3071853" y="571471"/>
        <a:ext cx="2085893" cy="1221142"/>
      </dsp:txXfrm>
    </dsp:sp>
    <dsp:sp modelId="{39B6D5D0-17BD-40E4-B6A4-4C815DC6AF3B}">
      <dsp:nvSpPr>
        <dsp:cNvPr id="0" name=""/>
        <dsp:cNvSpPr/>
      </dsp:nvSpPr>
      <dsp:spPr>
        <a:xfrm>
          <a:off x="5385983" y="913970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385983" y="1021199"/>
        <a:ext cx="320822" cy="321687"/>
      </dsp:txXfrm>
    </dsp:sp>
    <dsp:sp modelId="{E0D2E720-E6C2-4F69-9DAD-80741FB916A9}">
      <dsp:nvSpPr>
        <dsp:cNvPr id="0" name=""/>
        <dsp:cNvSpPr/>
      </dsp:nvSpPr>
      <dsp:spPr>
        <a:xfrm>
          <a:off x="6060489" y="533479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Outlier Detection</a:t>
          </a:r>
          <a:endParaRPr lang="en-US" sz="3300" kern="1200" dirty="0"/>
        </a:p>
      </dsp:txBody>
      <dsp:txXfrm>
        <a:off x="6098481" y="571471"/>
        <a:ext cx="2085893" cy="1221142"/>
      </dsp:txXfrm>
    </dsp:sp>
    <dsp:sp modelId="{1B33ACB6-22FF-4C4C-8C7D-B219B0664DE8}">
      <dsp:nvSpPr>
        <dsp:cNvPr id="0" name=""/>
        <dsp:cNvSpPr/>
      </dsp:nvSpPr>
      <dsp:spPr>
        <a:xfrm rot="5400000">
          <a:off x="6912269" y="198193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 rot="-5400000">
        <a:off x="6980585" y="2020851"/>
        <a:ext cx="321687" cy="320822"/>
      </dsp:txXfrm>
    </dsp:sp>
    <dsp:sp modelId="{1BA383D9-E648-4CCC-9DC1-A3C962D27925}">
      <dsp:nvSpPr>
        <dsp:cNvPr id="0" name=""/>
        <dsp:cNvSpPr/>
      </dsp:nvSpPr>
      <dsp:spPr>
        <a:xfrm>
          <a:off x="6060489" y="2695356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Feature Selection</a:t>
          </a:r>
          <a:endParaRPr lang="en-US" sz="3300" kern="1200" dirty="0"/>
        </a:p>
      </dsp:txBody>
      <dsp:txXfrm>
        <a:off x="6098481" y="2733348"/>
        <a:ext cx="2085893" cy="1221142"/>
      </dsp:txXfrm>
    </dsp:sp>
    <dsp:sp modelId="{3ABACD98-070C-4ABB-B18C-97C9997ED00D}">
      <dsp:nvSpPr>
        <dsp:cNvPr id="0" name=""/>
        <dsp:cNvSpPr/>
      </dsp:nvSpPr>
      <dsp:spPr>
        <a:xfrm rot="10800000">
          <a:off x="5411926" y="307584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 rot="10800000">
        <a:off x="5549421" y="3183076"/>
        <a:ext cx="320822" cy="321687"/>
      </dsp:txXfrm>
    </dsp:sp>
    <dsp:sp modelId="{5FF86C41-D790-40BB-ADE8-54629326D23C}">
      <dsp:nvSpPr>
        <dsp:cNvPr id="0" name=""/>
        <dsp:cNvSpPr/>
      </dsp:nvSpPr>
      <dsp:spPr>
        <a:xfrm>
          <a:off x="3033861" y="2695356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Modeling</a:t>
          </a:r>
          <a:endParaRPr lang="en-US" sz="3300" kern="1200" dirty="0"/>
        </a:p>
      </dsp:txBody>
      <dsp:txXfrm>
        <a:off x="3071853" y="2733348"/>
        <a:ext cx="2085893" cy="1221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BA986-D6DD-49F0-9D3B-7ED8B9A779E3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C8B50-6F77-4F6B-86CF-640972EB4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55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Structure the problem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C8B50-6F77-4F6B-86CF-640972EB4F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47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Show an</a:t>
            </a:r>
            <a:r>
              <a:rPr lang="en-US" baseline="0" dirty="0" smtClean="0"/>
              <a:t> example of what the data looks like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C8B50-6F77-4F6B-86CF-640972EB4FF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8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Add something to illustrate the modeling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C8B50-6F77-4F6B-86CF-640972EB4FF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8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5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7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6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7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5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0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10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73E3B-F2C6-48B9-8977-E77A7AD2E559}" type="datetimeFigureOut">
              <a:rPr lang="en-US" smtClean="0"/>
              <a:t>5/13/2015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5187D-13E7-48F3-9BFC-73636B1A3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8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Job Title Hierarchy Classification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Kyle Hubbard</a:t>
            </a:r>
          </a:p>
          <a:p>
            <a:r>
              <a:rPr lang="en-US" dirty="0" smtClean="0"/>
              <a:t>May 13,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4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Motivation:</a:t>
            </a:r>
            <a:br>
              <a:rPr lang="en-US" dirty="0" smtClean="0"/>
            </a:br>
            <a:r>
              <a:rPr lang="en-US" dirty="0" smtClean="0"/>
              <a:t>Improve Compensation Report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813" y="1600200"/>
            <a:ext cx="6126374" cy="4525963"/>
          </a:xfrm>
        </p:spPr>
      </p:pic>
    </p:spTree>
    <p:extLst>
      <p:ext uri="{BB962C8B-B14F-4D97-AF65-F5344CB8AC3E}">
        <p14:creationId xmlns:p14="http://schemas.microsoft.com/office/powerpoint/2010/main" val="283564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Compensation Report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/>
          <a:lstStyle/>
          <a:p>
            <a:r>
              <a:rPr lang="en-US" dirty="0" smtClean="0"/>
              <a:t>Increase </a:t>
            </a:r>
            <a:r>
              <a:rPr lang="en-US" dirty="0" smtClean="0"/>
              <a:t>available job title and geographic coverage</a:t>
            </a:r>
          </a:p>
          <a:p>
            <a:pPr lvl="1"/>
            <a:r>
              <a:rPr lang="en-US" dirty="0" smtClean="0"/>
              <a:t>Job </a:t>
            </a:r>
            <a:r>
              <a:rPr lang="en-US" dirty="0"/>
              <a:t>t</a:t>
            </a:r>
            <a:r>
              <a:rPr lang="en-US" dirty="0" smtClean="0"/>
              <a:t>itle clustering</a:t>
            </a:r>
            <a:endParaRPr lang="en-US" dirty="0" smtClean="0"/>
          </a:p>
          <a:p>
            <a:r>
              <a:rPr lang="en-US" dirty="0" smtClean="0"/>
              <a:t>Expand features</a:t>
            </a:r>
          </a:p>
          <a:p>
            <a:pPr lvl="1"/>
            <a:r>
              <a:rPr lang="en-US" dirty="0" smtClean="0"/>
              <a:t>Create job Hierarchy</a:t>
            </a:r>
          </a:p>
          <a:p>
            <a:pPr lvl="1"/>
            <a:r>
              <a:rPr lang="en-US" dirty="0" smtClean="0"/>
              <a:t>Provide job descriptions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741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increase job titles and geographic coverage?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order to increase our geographic coverage and available job titles we need more data</a:t>
            </a:r>
          </a:p>
          <a:p>
            <a:pPr lvl="1"/>
            <a:r>
              <a:rPr lang="en-US" dirty="0" smtClean="0"/>
              <a:t>Job title </a:t>
            </a:r>
            <a:r>
              <a:rPr lang="en-US" dirty="0" smtClean="0"/>
              <a:t>clustering</a:t>
            </a:r>
          </a:p>
          <a:p>
            <a:pPr lvl="1"/>
            <a:r>
              <a:rPr lang="en-US" dirty="0"/>
              <a:t>Combine related job titles to </a:t>
            </a:r>
            <a:r>
              <a:rPr lang="en-US" dirty="0" smtClean="0"/>
              <a:t>form uniform </a:t>
            </a:r>
            <a:r>
              <a:rPr lang="en-US" dirty="0"/>
              <a:t>job titles</a:t>
            </a:r>
          </a:p>
          <a:p>
            <a:pPr lvl="2"/>
            <a:r>
              <a:rPr lang="en-US" dirty="0"/>
              <a:t>Account Executive:</a:t>
            </a:r>
          </a:p>
          <a:p>
            <a:pPr lvl="3"/>
            <a:r>
              <a:rPr lang="en-US" dirty="0"/>
              <a:t>Account Executive Midwest</a:t>
            </a:r>
          </a:p>
          <a:p>
            <a:pPr lvl="3"/>
            <a:r>
              <a:rPr lang="en-US" dirty="0"/>
              <a:t>Account Executive Inside Sales</a:t>
            </a:r>
          </a:p>
          <a:p>
            <a:pPr lvl="3"/>
            <a:r>
              <a:rPr lang="en-US" dirty="0"/>
              <a:t>Account Executive Outside Sales</a:t>
            </a:r>
          </a:p>
          <a:p>
            <a:pPr lvl="3"/>
            <a:r>
              <a:rPr lang="en-US" dirty="0"/>
              <a:t>Major Account Executive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3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expand features?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Include Job title hierarchy and job description</a:t>
            </a:r>
          </a:p>
          <a:p>
            <a:pPr lvl="1"/>
            <a:r>
              <a:rPr lang="en-US" dirty="0" smtClean="0"/>
              <a:t>Where </a:t>
            </a:r>
            <a:r>
              <a:rPr lang="en-US" dirty="0" smtClean="0"/>
              <a:t>does a job title fit into the Standard Occupational Classification (SOC) System?</a:t>
            </a:r>
          </a:p>
          <a:p>
            <a:pPr lvl="2"/>
            <a:r>
              <a:rPr lang="en-US" dirty="0" smtClean="0"/>
              <a:t>Major groups: 23</a:t>
            </a:r>
          </a:p>
          <a:p>
            <a:pPr lvl="3"/>
            <a:r>
              <a:rPr lang="en-US" dirty="0" smtClean="0"/>
              <a:t>Minor group: 97</a:t>
            </a:r>
          </a:p>
          <a:p>
            <a:pPr lvl="4"/>
            <a:r>
              <a:rPr lang="en-US" dirty="0" smtClean="0"/>
              <a:t>Broad group: 461</a:t>
            </a:r>
          </a:p>
          <a:p>
            <a:pPr lvl="5"/>
            <a:r>
              <a:rPr lang="en-US" dirty="0" smtClean="0"/>
              <a:t>Detailed group: 840+</a:t>
            </a:r>
          </a:p>
          <a:p>
            <a:pPr lvl="6"/>
            <a:r>
              <a:rPr lang="en-US" dirty="0" smtClean="0"/>
              <a:t>Job Descriptions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56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Hierarchy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03982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713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Bureau of Labor Statistics </a:t>
            </a:r>
          </a:p>
          <a:p>
            <a:pPr lvl="1"/>
            <a:r>
              <a:rPr lang="en-US" dirty="0" smtClean="0"/>
              <a:t>Hierarchy</a:t>
            </a:r>
          </a:p>
          <a:p>
            <a:r>
              <a:rPr lang="en-US" dirty="0" smtClean="0"/>
              <a:t>Career builder</a:t>
            </a:r>
          </a:p>
          <a:p>
            <a:pPr lvl="1"/>
            <a:r>
              <a:rPr lang="en-US" dirty="0" smtClean="0"/>
              <a:t>Job Descriptions</a:t>
            </a:r>
          </a:p>
          <a:p>
            <a:pPr lvl="1"/>
            <a:r>
              <a:rPr lang="en-US" dirty="0" smtClean="0"/>
              <a:t>SOC hierarchy applied to job titles</a:t>
            </a:r>
          </a:p>
          <a:p>
            <a:r>
              <a:rPr lang="en-US" dirty="0" smtClean="0"/>
              <a:t>TriNet internal data </a:t>
            </a:r>
          </a:p>
          <a:p>
            <a:pPr lvl="1"/>
            <a:r>
              <a:rPr lang="en-US" dirty="0" smtClean="0"/>
              <a:t>Job titles, salary , demographics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4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Pipeline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97105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988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TriNet job titles used for key word searches on career builder API</a:t>
            </a:r>
          </a:p>
          <a:p>
            <a:pPr lvl="1"/>
            <a:r>
              <a:rPr lang="en-US" dirty="0" smtClean="0"/>
              <a:t>Collected approximately 120,000 job titles and descriptions</a:t>
            </a:r>
          </a:p>
          <a:p>
            <a:r>
              <a:rPr lang="en-US" dirty="0" smtClean="0"/>
              <a:t>BLS data available for download on their website</a:t>
            </a:r>
          </a:p>
        </p:txBody>
      </p:sp>
    </p:spTree>
    <p:extLst>
      <p:ext uri="{BB962C8B-B14F-4D97-AF65-F5344CB8AC3E}">
        <p14:creationId xmlns:p14="http://schemas.microsoft.com/office/powerpoint/2010/main" val="387042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Keyword: Account </a:t>
            </a:r>
            <a:r>
              <a:rPr lang="en-US" dirty="0"/>
              <a:t>E</a:t>
            </a:r>
            <a:r>
              <a:rPr lang="en-US" dirty="0" smtClean="0"/>
              <a:t>xecutive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099696"/>
          <a:ext cx="8229599" cy="3526971"/>
        </p:xfrm>
        <a:graphic>
          <a:graphicData uri="http://schemas.openxmlformats.org/drawingml/2006/table">
            <a:tbl>
              <a:tblPr/>
              <a:tblGrid>
                <a:gridCol w="999012"/>
                <a:gridCol w="1949051"/>
                <a:gridCol w="793332"/>
                <a:gridCol w="499505"/>
                <a:gridCol w="1723784"/>
                <a:gridCol w="342798"/>
                <a:gridCol w="636625"/>
                <a:gridCol w="528888"/>
                <a:gridCol w="756604"/>
              </a:tblGrid>
              <a:tr h="440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Job Title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 Teaser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Pay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Education Required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Skills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Major Group Code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Major Group Description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Broad Group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Broad Group Description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6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 Executive - Central Region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Central Account Executive will be fully supported by management, operations, and marketing before, during ... 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Associate Degree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managementBusiness developmentCustomer RelationshipCommunicationSalesforce.comProblem SolvingVideoconferencingSales processSales TrainingInnovationCustomer relationship management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7348" marR="7348" marT="73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and Related</a:t>
                      </a:r>
                    </a:p>
                  </a:txBody>
                  <a:tcPr marL="7348" marR="7348" marT="73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41-3099.00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Reps (Services)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  <a:tr h="11756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Account Executive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Account Executive About our company: The International Council of E-Commerce Consultants ...  Sales Account Executive Desired Skills and...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$50k/year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Associate Degree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 developmentMicrosoft ExcelBusiness To BusinessCommunicationProblem SolvingMicrosoft OutlookPublic speakingSales processSales TrainingElectronic commerceSolution SalesNeeds Based Selling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7348" marR="7348" marT="73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and Related</a:t>
                      </a:r>
                    </a:p>
                  </a:txBody>
                  <a:tcPr marL="7348" marR="7348" marT="73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41-4011.00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Reps (Technical and Scientific Products)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47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 Account Executive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The Commercial Account Executive is critical to this Houston teamâ€™s retention and onboarding ...  Commercial Account ExecutiveÂ Requirements At least 5...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$80k - $90k/year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Specified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CommunicationCross-sellingAccount ManagementClient Service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7348" marR="7348" marT="73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 and Related</a:t>
                      </a:r>
                    </a:p>
                  </a:txBody>
                  <a:tcPr marL="7348" marR="7348" marT="73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41-3021.00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 Sales Agents</a:t>
                      </a:r>
                    </a:p>
                  </a:txBody>
                  <a:tcPr marL="7348" marR="7348" marT="73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67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Make all the words in the text as uniform as possible</a:t>
            </a:r>
          </a:p>
          <a:p>
            <a:pPr lvl="1"/>
            <a:r>
              <a:rPr lang="en-US" dirty="0" smtClean="0"/>
              <a:t>Lowercase</a:t>
            </a:r>
          </a:p>
          <a:p>
            <a:pPr lvl="1"/>
            <a:r>
              <a:rPr lang="en-US" dirty="0" smtClean="0"/>
              <a:t>Numeric, Punctuation and Special Character removal</a:t>
            </a:r>
          </a:p>
          <a:p>
            <a:pPr lvl="1"/>
            <a:r>
              <a:rPr lang="en-US" dirty="0" err="1" smtClean="0"/>
              <a:t>Stopword</a:t>
            </a:r>
            <a:r>
              <a:rPr lang="en-US" dirty="0" smtClean="0"/>
              <a:t> removal</a:t>
            </a:r>
          </a:p>
          <a:p>
            <a:pPr lvl="1"/>
            <a:r>
              <a:rPr lang="en-US" dirty="0" smtClean="0"/>
              <a:t>Geography removal</a:t>
            </a:r>
          </a:p>
          <a:p>
            <a:pPr lvl="1"/>
            <a:r>
              <a:rPr lang="en-US" dirty="0" smtClean="0"/>
              <a:t>Spellcheck</a:t>
            </a:r>
          </a:p>
          <a:p>
            <a:pPr lvl="1"/>
            <a:r>
              <a:rPr lang="en-US" dirty="0" smtClean="0"/>
              <a:t>Keep unique words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18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Outlier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Duplicate Removal</a:t>
            </a:r>
          </a:p>
          <a:p>
            <a:r>
              <a:rPr lang="en-US" dirty="0" smtClean="0"/>
              <a:t>Salary cleaning and outlier elimination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5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Available features:</a:t>
            </a:r>
          </a:p>
          <a:p>
            <a:pPr lvl="1"/>
            <a:r>
              <a:rPr lang="en-US" dirty="0" smtClean="0"/>
              <a:t>Geography</a:t>
            </a:r>
          </a:p>
          <a:p>
            <a:pPr lvl="1"/>
            <a:r>
              <a:rPr lang="en-US" dirty="0" smtClean="0"/>
              <a:t>Company</a:t>
            </a:r>
          </a:p>
          <a:p>
            <a:pPr lvl="1"/>
            <a:r>
              <a:rPr lang="en-US" dirty="0" smtClean="0"/>
              <a:t>Education</a:t>
            </a:r>
          </a:p>
          <a:p>
            <a:pPr lvl="1"/>
            <a:r>
              <a:rPr lang="en-US" dirty="0" smtClean="0"/>
              <a:t>Employment Type</a:t>
            </a:r>
          </a:p>
          <a:p>
            <a:pPr lvl="1"/>
            <a:r>
              <a:rPr lang="en-US" dirty="0" smtClean="0"/>
              <a:t>Skills</a:t>
            </a:r>
          </a:p>
          <a:p>
            <a:pPr lvl="1"/>
            <a:r>
              <a:rPr lang="en-US" dirty="0" smtClean="0"/>
              <a:t>Salary Range</a:t>
            </a:r>
          </a:p>
          <a:p>
            <a:pPr lvl="1"/>
            <a:r>
              <a:rPr lang="en-US" dirty="0" smtClean="0"/>
              <a:t>SOC codes</a:t>
            </a:r>
          </a:p>
          <a:p>
            <a:pPr lvl="1"/>
            <a:r>
              <a:rPr lang="en-US" dirty="0" smtClean="0"/>
              <a:t>Job Titles</a:t>
            </a:r>
          </a:p>
          <a:p>
            <a:pPr lvl="1"/>
            <a:r>
              <a:rPr lang="en-US" dirty="0" smtClean="0"/>
              <a:t>Job 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5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Available features:</a:t>
            </a:r>
          </a:p>
          <a:p>
            <a:pPr lvl="1"/>
            <a:r>
              <a:rPr lang="en-US" dirty="0" smtClean="0"/>
              <a:t>Geography</a:t>
            </a:r>
          </a:p>
          <a:p>
            <a:pPr lvl="1"/>
            <a:r>
              <a:rPr lang="en-US" dirty="0" smtClean="0"/>
              <a:t>Company</a:t>
            </a:r>
          </a:p>
          <a:p>
            <a:pPr lvl="1"/>
            <a:r>
              <a:rPr lang="en-US" dirty="0" smtClean="0"/>
              <a:t>Education</a:t>
            </a:r>
          </a:p>
          <a:p>
            <a:pPr lvl="1"/>
            <a:r>
              <a:rPr lang="en-US" dirty="0" smtClean="0"/>
              <a:t>Employment Type</a:t>
            </a:r>
          </a:p>
          <a:p>
            <a:pPr lvl="1"/>
            <a:r>
              <a:rPr lang="en-US" dirty="0" smtClean="0"/>
              <a:t>Skills</a:t>
            </a:r>
          </a:p>
          <a:p>
            <a:pPr lvl="1"/>
            <a:r>
              <a:rPr lang="en-US" b="1" dirty="0" smtClean="0">
                <a:solidFill>
                  <a:schemeClr val="accent2"/>
                </a:solidFill>
              </a:rPr>
              <a:t>Salary Range - normalized</a:t>
            </a:r>
          </a:p>
          <a:p>
            <a:pPr lvl="1"/>
            <a:r>
              <a:rPr lang="en-US" b="1" dirty="0" smtClean="0">
                <a:solidFill>
                  <a:schemeClr val="accent2"/>
                </a:solidFill>
              </a:rPr>
              <a:t>Job Titles</a:t>
            </a:r>
          </a:p>
          <a:p>
            <a:pPr lvl="1"/>
            <a:r>
              <a:rPr lang="en-US" b="1" dirty="0" smtClean="0">
                <a:solidFill>
                  <a:schemeClr val="accent2"/>
                </a:solidFill>
              </a:rPr>
              <a:t>Job Description</a:t>
            </a:r>
          </a:p>
          <a:p>
            <a:pPr lvl="1"/>
            <a:r>
              <a:rPr lang="en-US" b="1" dirty="0" smtClean="0">
                <a:solidFill>
                  <a:schemeClr val="accent2"/>
                </a:solidFill>
              </a:rPr>
              <a:t>SOC codes and Descriptions</a:t>
            </a:r>
          </a:p>
          <a:p>
            <a:pPr lvl="1"/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99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Job Description Teaser </a:t>
            </a:r>
          </a:p>
          <a:p>
            <a:pPr lvl="1"/>
            <a:r>
              <a:rPr lang="en-US" dirty="0" smtClean="0"/>
              <a:t>~ 50,000 </a:t>
            </a:r>
            <a:r>
              <a:rPr lang="en-US" dirty="0" err="1" smtClean="0"/>
              <a:t>obs</a:t>
            </a:r>
            <a:r>
              <a:rPr lang="en-US" dirty="0" smtClean="0"/>
              <a:t> and 175 broad group classifiers</a:t>
            </a:r>
          </a:p>
          <a:p>
            <a:pPr lvl="2"/>
            <a:r>
              <a:rPr lang="en-US" dirty="0" smtClean="0"/>
              <a:t>Class label: Sales Reps Services</a:t>
            </a:r>
          </a:p>
          <a:p>
            <a:pPr lvl="2"/>
            <a:r>
              <a:rPr lang="en-US" dirty="0" smtClean="0"/>
              <a:t>Job title: Account Coordinator</a:t>
            </a:r>
          </a:p>
          <a:p>
            <a:pPr lvl="2"/>
            <a:r>
              <a:rPr lang="en-US" dirty="0" smtClean="0"/>
              <a:t>Job description teaser: account </a:t>
            </a:r>
            <a:r>
              <a:rPr lang="en-US" dirty="0"/>
              <a:t>coordinator salary annually qualifications experience management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8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Job Description Teaser + Double weighted Job Title </a:t>
            </a:r>
          </a:p>
          <a:p>
            <a:pPr marL="742950" lvl="2" indent="-342900"/>
            <a:r>
              <a:rPr lang="en-US" dirty="0"/>
              <a:t>~ 50,000 </a:t>
            </a:r>
            <a:r>
              <a:rPr lang="en-US" dirty="0" err="1"/>
              <a:t>obs</a:t>
            </a:r>
            <a:r>
              <a:rPr lang="en-US" dirty="0"/>
              <a:t> and 175 broad group classifiers</a:t>
            </a:r>
          </a:p>
          <a:p>
            <a:pPr lvl="2"/>
            <a:r>
              <a:rPr lang="en-US" dirty="0"/>
              <a:t>Class label: Sales Reps Services</a:t>
            </a:r>
          </a:p>
          <a:p>
            <a:pPr lvl="2"/>
            <a:r>
              <a:rPr lang="en-US" dirty="0"/>
              <a:t>Job title: Account Coordinator</a:t>
            </a:r>
          </a:p>
          <a:p>
            <a:pPr lvl="2"/>
            <a:r>
              <a:rPr lang="en-US" dirty="0"/>
              <a:t>Job description teaser: </a:t>
            </a:r>
            <a:r>
              <a:rPr lang="en-US" dirty="0" smtClean="0"/>
              <a:t>account coordinator account coordinator account </a:t>
            </a:r>
            <a:r>
              <a:rPr lang="en-US" dirty="0"/>
              <a:t>coordinator salary annually qualifications experience management</a:t>
            </a:r>
          </a:p>
        </p:txBody>
      </p:sp>
    </p:spTree>
    <p:extLst>
      <p:ext uri="{BB962C8B-B14F-4D97-AF65-F5344CB8AC3E}">
        <p14:creationId xmlns:p14="http://schemas.microsoft.com/office/powerpoint/2010/main" val="117211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Job Description Teaser + Double Weighted Job Title + Salary </a:t>
            </a:r>
          </a:p>
          <a:p>
            <a:pPr lvl="1"/>
            <a:r>
              <a:rPr lang="en-US" dirty="0"/>
              <a:t>~ 9,700 observations and 100 broad group classifiers</a:t>
            </a:r>
          </a:p>
          <a:p>
            <a:pPr lvl="2"/>
            <a:r>
              <a:rPr lang="en-US" dirty="0"/>
              <a:t>Class label: Sales Reps Services</a:t>
            </a:r>
          </a:p>
          <a:p>
            <a:pPr lvl="2"/>
            <a:r>
              <a:rPr lang="en-US" dirty="0"/>
              <a:t>Job title: Account Coordinator</a:t>
            </a:r>
          </a:p>
          <a:p>
            <a:pPr lvl="2"/>
            <a:r>
              <a:rPr lang="en-US" dirty="0"/>
              <a:t>Job description teaser: account coordinator account coordinator account coordinator salary annually qualifications experience management</a:t>
            </a:r>
          </a:p>
          <a:p>
            <a:pPr lvl="2"/>
            <a:r>
              <a:rPr lang="en-US" dirty="0" smtClean="0"/>
              <a:t>Normalized Salary: Range[0,1]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1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Two Step Classification: Major group then broad group</a:t>
            </a:r>
          </a:p>
          <a:p>
            <a:pPr lvl="1"/>
            <a:r>
              <a:rPr lang="en-US" dirty="0" smtClean="0"/>
              <a:t>Job </a:t>
            </a:r>
            <a:r>
              <a:rPr lang="en-US" dirty="0"/>
              <a:t>Description Teaser + Double Weighted Job Title + Salary </a:t>
            </a:r>
            <a:endParaRPr lang="en-US" dirty="0" smtClean="0"/>
          </a:p>
          <a:p>
            <a:pPr lvl="2"/>
            <a:r>
              <a:rPr lang="en-US" dirty="0" smtClean="0"/>
              <a:t>~ </a:t>
            </a:r>
            <a:r>
              <a:rPr lang="en-US" dirty="0"/>
              <a:t>9,700 observations and 100 broad group classifiers</a:t>
            </a:r>
          </a:p>
          <a:p>
            <a:pPr lvl="1"/>
            <a:r>
              <a:rPr lang="en-US" dirty="0" smtClean="0"/>
              <a:t>Major group: 23 Class Labels</a:t>
            </a:r>
          </a:p>
          <a:p>
            <a:pPr lvl="1"/>
            <a:r>
              <a:rPr lang="en-US" dirty="0" smtClean="0"/>
              <a:t>Broad Group: 100 broad group classifiers</a:t>
            </a:r>
          </a:p>
          <a:p>
            <a:pPr lvl="2"/>
            <a:r>
              <a:rPr lang="en-US" dirty="0" smtClean="0"/>
              <a:t>Major group class label: Sales and Related</a:t>
            </a:r>
          </a:p>
          <a:p>
            <a:pPr lvl="2"/>
            <a:r>
              <a:rPr lang="en-US" dirty="0" smtClean="0"/>
              <a:t>Broad group class </a:t>
            </a:r>
            <a:r>
              <a:rPr lang="en-US" dirty="0"/>
              <a:t>label: Sales Reps Services</a:t>
            </a:r>
          </a:p>
          <a:p>
            <a:pPr lvl="2"/>
            <a:r>
              <a:rPr lang="en-US" dirty="0"/>
              <a:t>Job title: Account Coordinator</a:t>
            </a:r>
          </a:p>
          <a:p>
            <a:pPr lvl="2"/>
            <a:r>
              <a:rPr lang="en-US" dirty="0"/>
              <a:t>Job description teaser: account coordinator account coordinator account coordinator salary annually qualifications experience management</a:t>
            </a:r>
          </a:p>
          <a:p>
            <a:pPr lvl="2"/>
            <a:r>
              <a:rPr lang="en-US" dirty="0" smtClean="0"/>
              <a:t>Normalized Salary: Range[0,1]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SVM</a:t>
            </a:r>
          </a:p>
          <a:p>
            <a:pPr lvl="1"/>
            <a:r>
              <a:rPr lang="en-US" dirty="0" smtClean="0"/>
              <a:t>Broad Group</a:t>
            </a:r>
          </a:p>
          <a:p>
            <a:pPr lvl="2"/>
            <a:r>
              <a:rPr lang="en-US" dirty="0" smtClean="0"/>
              <a:t>Linear, RBF, Poly, Sigmoid</a:t>
            </a:r>
          </a:p>
          <a:p>
            <a:pPr lvl="2"/>
            <a:r>
              <a:rPr lang="en-US" dirty="0" smtClean="0"/>
              <a:t>Transformations: TF-IDF, Token Counts</a:t>
            </a:r>
          </a:p>
          <a:p>
            <a:r>
              <a:rPr lang="en-US" dirty="0" smtClean="0"/>
              <a:t>Naïve Bayes</a:t>
            </a:r>
          </a:p>
          <a:p>
            <a:pPr lvl="1"/>
            <a:r>
              <a:rPr lang="en-US" dirty="0" smtClean="0"/>
              <a:t>Broad Group</a:t>
            </a:r>
          </a:p>
          <a:p>
            <a:pPr lvl="2"/>
            <a:r>
              <a:rPr lang="en-US" dirty="0"/>
              <a:t>Transformations: TF-IDF, Token Counts</a:t>
            </a:r>
          </a:p>
          <a:p>
            <a:pPr lvl="1"/>
            <a:r>
              <a:rPr lang="en-US" dirty="0" smtClean="0"/>
              <a:t>Two Step: Major Group =&gt; Broad Group</a:t>
            </a:r>
          </a:p>
          <a:p>
            <a:pPr lvl="2"/>
            <a:r>
              <a:rPr lang="en-US" dirty="0"/>
              <a:t>Transformations: TF-IDF, Token Counts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71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904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Step Results: Major Group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92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Step Results: Broad Group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391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Continue to work on job title clustering</a:t>
            </a:r>
          </a:p>
          <a:p>
            <a:r>
              <a:rPr lang="en-US" dirty="0" smtClean="0"/>
              <a:t>Collect more data</a:t>
            </a:r>
          </a:p>
          <a:p>
            <a:r>
              <a:rPr lang="en-US" dirty="0" smtClean="0"/>
              <a:t>Explore other models and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Rob</a:t>
            </a:r>
          </a:p>
          <a:p>
            <a:r>
              <a:rPr lang="en-US" dirty="0" smtClean="0"/>
              <a:t>Matt</a:t>
            </a:r>
          </a:p>
          <a:p>
            <a:r>
              <a:rPr lang="en-US" dirty="0" smtClean="0"/>
              <a:t>Ankit</a:t>
            </a:r>
          </a:p>
          <a:p>
            <a:r>
              <a:rPr lang="en-US" dirty="0" err="1" smtClean="0"/>
              <a:t>Chetan</a:t>
            </a:r>
            <a:endParaRPr lang="en-US" dirty="0" smtClean="0"/>
          </a:p>
          <a:p>
            <a:r>
              <a:rPr lang="en-US" smtClean="0"/>
              <a:t>General Assembly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9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825</Words>
  <Application>Microsoft Office PowerPoint</Application>
  <PresentationFormat>On-screen Show (4:3)</PresentationFormat>
  <Paragraphs>198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Job Title Hierarchy Classification</vt:lpstr>
      <vt:lpstr>Motivation: Improve Compensation Report</vt:lpstr>
      <vt:lpstr>Compensation Report Improvements</vt:lpstr>
      <vt:lpstr>How to increase job titles and geographic coverage?</vt:lpstr>
      <vt:lpstr>How to expand features?</vt:lpstr>
      <vt:lpstr>Sample Hierarchy</vt:lpstr>
      <vt:lpstr>Data Sources</vt:lpstr>
      <vt:lpstr>Project Pipeline</vt:lpstr>
      <vt:lpstr>Data Collection</vt:lpstr>
      <vt:lpstr>Data Collection</vt:lpstr>
      <vt:lpstr>Text Processing</vt:lpstr>
      <vt:lpstr>Outlier Detection</vt:lpstr>
      <vt:lpstr>Feature Selection</vt:lpstr>
      <vt:lpstr>Feature Selection</vt:lpstr>
      <vt:lpstr>Feature Variations</vt:lpstr>
      <vt:lpstr>Feature Variations</vt:lpstr>
      <vt:lpstr>Feature Variations</vt:lpstr>
      <vt:lpstr>Feature Variations</vt:lpstr>
      <vt:lpstr>Classification Methods</vt:lpstr>
      <vt:lpstr>Results</vt:lpstr>
      <vt:lpstr>Two Step Results: Major Group</vt:lpstr>
      <vt:lpstr>Two Step Results: Broad Group</vt:lpstr>
      <vt:lpstr>Next Steps</vt:lpstr>
      <vt:lpstr>Thanks!</vt:lpstr>
    </vt:vector>
  </TitlesOfParts>
  <Company>TriNet HR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Title Heirachy Classification</dc:title>
  <dc:creator>Kyle</dc:creator>
  <cp:lastModifiedBy>Kyle</cp:lastModifiedBy>
  <cp:revision>34</cp:revision>
  <dcterms:created xsi:type="dcterms:W3CDTF">2015-05-11T21:47:02Z</dcterms:created>
  <dcterms:modified xsi:type="dcterms:W3CDTF">2015-05-13T23:11:26Z</dcterms:modified>
</cp:coreProperties>
</file>